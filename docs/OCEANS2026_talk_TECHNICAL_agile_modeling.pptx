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4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MBARI  ·  PASSIVE ACOUSTIC MONITORING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modeling on frozen Perch 2.0 embeddings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7D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Bigg's killer whales in the MARS hydrophone archive — and using the detector as an instrument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Duane R. Edgington and John Ryan  ·  Monterey Bay Aquarium Research Institute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the IEEE OCEANS 2026 Monterey poster  ·  github.com/duane-edgington/perch-hoplite-orcas-MBNMS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ecotypes, none routinely detected acoustically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ts val="2565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Bay National Marine Sanctuary hosts transient (Bigg's), endangered Southern Resident, and Offshore killer whales. None is yet routinely detected and classified from PAM data.</a:t>
            </a:r>
            <a:endParaRPr lang="en-US" sz="1900" dirty="0"/>
          </a:p>
          <a:p>
            <a:pPr marL="254000" indent="-254000">
              <a:lnSpc>
                <a:spcPts val="2565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MARS: cabled observatory at Smooth Ridge, ~30 km offshore, ~900 m depth. Ocean Sonics icListen HF, 10 Hz – 100 kHz, streamed to shore in real time, archived publicly as the AWS Pacific Ocean Sound recordings. Coverage is near-continuous but not gapless — power and connector failures have cost days to weeks.</a:t>
            </a:r>
            <a:endParaRPr lang="en-US" sz="1900" dirty="0"/>
          </a:p>
          <a:p>
            <a:pPr marL="254000" indent="-254000">
              <a:lnSpc>
                <a:spcPts val="2565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not compute, it is labels. Orca detections are rare, and exhaustive annotation of thousands of hours is not a research plan.</a:t>
            </a:r>
            <a:endParaRPr lang="en-US" sz="1900" dirty="0"/>
          </a:p>
          <a:p>
            <a:pPr marL="254000" indent="-254000">
              <a:lnSpc>
                <a:spcPts val="2565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this talk: how far can you get with a frozen foundation model, a vector database, and ten hours of expert listening?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Off-the-shelf CNNs: high confidence, low specificity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poster_fig3_class_spectro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306" y="1645920"/>
            <a:ext cx="9661083" cy="2464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23849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4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exemplars per class — identical FFT parameters (2048-point, 128 mel bands, 10 Hz–16 kHz) and one shared color scale.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4741418"/>
            <a:ext cx="10789920" cy="170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multispecies whale CNN and OrcAI both produced high-confidence orca detections on MARS audio — and both confused orca with Pacific white-sided dolphin.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and humpback song share tonal, harmonically stacked structure in overlapping bands. Confusion, not sensitivity, was the limiting factor.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scores were still useful: they ranked candidates for the first labeling round.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embeddings + vector search + a linear probe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2_agile_modeling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783" y="1645920"/>
            <a:ext cx="7308129" cy="2686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460748"/>
            <a:ext cx="10789920" cy="198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 2.0 maps each 5 s window to a 1,536-dim embedding. Hoplite indexes them for nearest-neighbour retrieval; the classifier is a linear probe refit in ~30 s.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fix: per-window peak normalization to 0.25 before embedding. Without it, low-SNR distant calls were unrecoverable — this unblocked the whole pipeline.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model is never fine-tuned. Embeddings are computed once; every iteration is a probe refit.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of work: one window, one expert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gradio_review_panel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467" y="1645920"/>
            <a:ext cx="7516762" cy="306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842002"/>
            <a:ext cx="10789920" cy="160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review: spectrogram, audio, 30 s context, six one-click labels. About a minute per clip — examine, listen in context, decide, store, and the probe refits. This clip is 23 April 2018, score 2.03, confirmed orca by ear.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→ label a handful → refit → inspect errors → search again. ~1,336 labels total, in roughly 8–10 h of researcher time.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 → v4 in five waves, 873 labels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3_classifier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928" y="1645920"/>
            <a:ext cx="8371840" cy="3348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22672"/>
            <a:ext cx="10789920" cy="132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adds 17 hard negatives — the detector's own false alarms as counter-examples — and April-2026 false positives fall 6,489 → 304.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later experiments (context-averaged embeddings; a fourth season folded in) degraded performance and are not presented as results.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premise, made visible: classes separate in embedding 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tsne_apr2018_oct2020_apr2026_norm_dpi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6606" y="1645920"/>
            <a:ext cx="4018483" cy="3348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22672"/>
            <a:ext cx="10789920" cy="132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1,076 labeled windows, 6 classes, 3 seasons (April 2018, October 2020, April 2026) — the three the models trained on. May 2018 is held out and absent.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holds as a cluster across all three years: the embeddings are linearly separable across recording conditions and time. Where orca and humpback touch is the confusion the F1 numbers measure.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Thresholding separates events from false alarms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8_threshold_sweep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361" y="1645920"/>
            <a:ext cx="9376974" cy="2686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460748"/>
            <a:ext cx="10789920" cy="198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events decline gracefully: 13 April 2018 keeps 251 of 285 detections at +1.16. Silent months collapse: October 2020 144 → 10, April 2026 323 → 23.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October 2020 survivor was reviewed and was humpback. Visually documented orca, acoustically absent — a specificity result, not a miss.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May is instructive: small-n, and its curve collapses like a false-positive curve, yet all four clips are orca by ear. Curve shape alone is not proof.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works, and where it doesn't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9_per_class_f1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614" y="1645920"/>
            <a:ext cx="8342467" cy="2183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9578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4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orca_v10, 459 held-out windows. Each class at its own F1-optimal cutoff, against the software's 0.0 default.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4460748"/>
            <a:ext cx="10789920" cy="198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cutoffs span +0.79 to +2.31: a single global threshold cannot serve all classes. Cutoffs are tuned on other held-out months, never on the month under analysis.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Humpback vocalization is the weakest credible class — one label spanning song and a wide range of non-song calls. Splitting it is the obvious next move.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'Other' fell furthest as it grew: it now pools catch-all clips from three seasons, and probably hides several acoustic categories.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2018 was a sustained presence, not an encounter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4_calendar_apr_may_2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1371" y="1645920"/>
            <a:ext cx="6528953" cy="2686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460748"/>
            <a:ext cx="10789920" cy="198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April: 13, 18, 21, 23, 24, 25 confirmed by ear. 100 clips reviewed across 18/21/25 with zero false alarms; 58 detections on 23–24 gave 55 orca, 2 humpback, 1 unlabeled.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May: 12 May all 181 detections reviewed and all orca (111 above cutoff); 13, 14, 16 confirmed. Triangles mark four more days only v10 found.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corroboration: regional reports of record orca sightings that spring, and two identified pods — one Alaskan, one Californian (CA140).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Per-encounter structure inside the orca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tsne_orca_by_day_4days_px30_pres_dpi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7552" y="1645920"/>
            <a:ext cx="5056591" cy="3348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22672"/>
            <a:ext cx="10789920" cy="132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 confirmed orca windows by day: the 25 April evening encounter separates from the 13 April morning event, and 12 May holds its own region a month later.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across perplexity 10/30/50, and not a single-recording or vessel artifact. Two pods were documented that spring — consistent with, not proof of, that pairing.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loop again: v10 against v4 on a month neither saw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10_v10_hold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8" y="1645920"/>
            <a:ext cx="89154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059936"/>
            <a:ext cx="1078992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2018 was reserved as a clean test: neither v4 nor orca_v10 has trained on it. On the 196 ear-confirmed orca windows, v10 scores higher on 192 of the 195 shared.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v10's above-threshold detections not already confirmed, 14 of 14 were orca by ear — no false alarms among those reviewed. May is not exhaustively negative-labeled, so this is not a month-wide FP rate.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fell on days never previously confirmed — 2, 3, 7, 29 May. v10 did not merely score better; it surfaced activity v4 was blind to.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MODELS, ONE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two months, with v10's contribution filled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11_calendar_both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646" y="1645920"/>
            <a:ext cx="8204403" cy="3348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122672"/>
            <a:ext cx="10789920" cy="132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are v4 detection counts; the lane under each month is the day-level verdict. Ten days came from v4 review, four more only after the loop was re-run.</a:t>
            </a:r>
            <a:endParaRPr lang="en-US" sz="1700" dirty="0"/>
          </a:p>
          <a:p>
            <a:pPr marL="228600" indent="-228600">
              <a:lnSpc>
                <a:spcPts val="221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v10's four new days each rest on a single above-threshold detection, confirmed by ear — so counts stay v4-only, and the verdict lane is where the two models are honestly comparable.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MONTH, DAY BY 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the known orca each model actually recovered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pic>
        <p:nvPicPr>
          <p:cNvPr id="5" name="Image 0" descr="oceans2026_fig12_may_recall_per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586" y="1645920"/>
            <a:ext cx="7570523" cy="2835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609338"/>
            <a:ext cx="10789920" cy="1837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15"/>
              </a:lnSpc>
              <a:spcAft>
                <a:spcPts val="800"/>
              </a:spcAft>
              <a:buSzPct val="100000"/>
              <a:buChar char="▪"/>
            </a:pPr>
            <a:r>
              <a:rPr lang="en-US" sz="155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recall against expert-confirmed ground truth, not detection counts — one axis, chosen deliberately. The two differ: on 12 May, 181 clips are confirmed orca but only 144 clear +1.16.</a:t>
            </a:r>
            <a:endParaRPr lang="en-US" sz="1550" dirty="0"/>
          </a:p>
          <a:p>
            <a:pPr marL="228600" indent="-228600">
              <a:lnSpc>
                <a:spcPts val="2015"/>
              </a:lnSpc>
              <a:spcAft>
                <a:spcPts val="800"/>
              </a:spcAft>
              <a:buSzPct val="100000"/>
              <a:buChar char="▪"/>
            </a:pPr>
            <a:r>
              <a:rPr lang="en-US" sz="155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recovers 121 of 210 confirmed clips across the month (58%); v10 recovers 170 (81%). v10 is at least as good on every single day.</a:t>
            </a:r>
            <a:endParaRPr lang="en-US" sz="1550" dirty="0"/>
          </a:p>
          <a:p>
            <a:pPr marL="228600" indent="-228600">
              <a:lnSpc>
                <a:spcPts val="2015"/>
              </a:lnSpc>
              <a:spcAft>
                <a:spcPts val="800"/>
              </a:spcAft>
              <a:buSzPct val="100000"/>
              <a:buChar char="▪"/>
            </a:pPr>
            <a:r>
              <a:rPr lang="en-US" sz="155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2, 3 and 29 May v4 fires nothing at all. Those days exist in the record only because the loop was run again.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in four figures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0" cy="41148"/>
          </a:xfrm>
          <a:prstGeom prst="rect">
            <a:avLst/>
          </a:prstGeom>
          <a:solidFill>
            <a:srgbClr val="34C6A8"/>
          </a:solidFill>
          <a:ln w="12700">
            <a:solidFill>
              <a:srgbClr val="34C6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4C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days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orca, April–May 2018: ten from v4, four more after re-running the loop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4C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fewer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April-2026 false alarms (6,489 → 304), from 17 hard negatives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4C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total, ~8–10 h of researcher time; 873 behind v4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4C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 pts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18320" y="30632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the held-out month, v10 over v4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48056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3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is not that this is a finished detector. It is that agile modeling on a frozen foundation model converts a modest labeling budget into a usable instrument — and that each turn of the loop measurably improves it.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and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ts val="25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v4 and v10 across the entire 11-year archive to probe seasonality and interannual detection.</a:t>
            </a:r>
            <a:endParaRPr lang="en-US" sz="1750" dirty="0"/>
          </a:p>
          <a:p>
            <a:pPr marL="254000" indent="-254000">
              <a:lnSpc>
                <a:spcPts val="25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Humpback vocalization needs splitting into song and non-song classes; 'other' likely needs decomposing too.</a:t>
            </a:r>
            <a:endParaRPr lang="en-US" sz="1750" dirty="0"/>
          </a:p>
          <a:p>
            <a:pPr marL="254000" indent="-254000">
              <a:lnSpc>
                <a:spcPts val="25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inference thresholds rather than one global cutoff.</a:t>
            </a:r>
            <a:endParaRPr lang="en-US" sz="1750" dirty="0"/>
          </a:p>
          <a:p>
            <a:pPr marL="254000" indent="-254000">
              <a:lnSpc>
                <a:spcPts val="25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2018 stays a hold-out. Its value as an honest referee exceeds its value as training data.</a:t>
            </a:r>
            <a:endParaRPr lang="en-US" sz="1750" dirty="0"/>
          </a:p>
          <a:p>
            <a:pPr marL="254000" indent="-254000">
              <a:lnSpc>
                <a:spcPts val="2500"/>
              </a:lnSpc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to Southern Resident and Offshore ecotypes.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4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github.com/duane-edgington/perch-hoplite-orcas-MBNMS  ·  duane@mbari.org  ·  ryjo@mbari.org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modeling on Perch 2.0 embeddings: Bigg's orca detection on MARS</dc:title>
  <dc:subject>PptxGenJS Presentation</dc:subject>
  <dc:creator>Duane R. Edgington</dc:creator>
  <cp:lastModifiedBy>Duane R. Edgington</cp:lastModifiedBy>
  <cp:revision>1</cp:revision>
  <dcterms:created xsi:type="dcterms:W3CDTF">2026-08-26T21:41:59Z</dcterms:created>
  <dcterms:modified xsi:type="dcterms:W3CDTF">2026-08-26T21:41:59Z</dcterms:modified>
</cp:coreProperties>
</file>