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Lst>
  <p:sldSz cy="43891200" cx="658368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3824">
          <p15:clr>
            <a:srgbClr val="747775"/>
          </p15:clr>
        </p15:guide>
        <p15:guide id="2" pos="2073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1537C27-EB43-4A73-BFE3-67B9AC402ADB}">
  <a:tblStyle styleId="{71537C27-EB43-4A73-BFE3-67B9AC402AD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824" orient="horz"/>
        <p:guide pos="20736"/>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857556" y="685800"/>
            <a:ext cx="5143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f697c56dc3_0_0:notes"/>
          <p:cNvSpPr/>
          <p:nvPr>
            <p:ph idx="2" type="sldImg"/>
          </p:nvPr>
        </p:nvSpPr>
        <p:spPr>
          <a:xfrm>
            <a:off x="857556"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f697c56dc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6be15121b_2_47:notes"/>
          <p:cNvSpPr/>
          <p:nvPr>
            <p:ph idx="2" type="sldImg"/>
          </p:nvPr>
        </p:nvSpPr>
        <p:spPr>
          <a:xfrm>
            <a:off x="857556"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f6be15121b_2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6ba1cbdb9_0_20:notes"/>
          <p:cNvSpPr/>
          <p:nvPr>
            <p:ph idx="2" type="sldImg"/>
          </p:nvPr>
        </p:nvSpPr>
        <p:spPr>
          <a:xfrm>
            <a:off x="857556"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6ba1cbdb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244300" y="6353707"/>
            <a:ext cx="61348200" cy="17515500"/>
          </a:xfrm>
          <a:prstGeom prst="rect">
            <a:avLst/>
          </a:prstGeom>
        </p:spPr>
        <p:txBody>
          <a:bodyPr anchorCtr="0" anchor="b" bIns="698900" lIns="698900" spcFirstLastPara="1" rIns="698900" wrap="square" tIns="698900">
            <a:normAutofit/>
          </a:bodyPr>
          <a:lstStyle>
            <a:lvl1pPr lvl="0" algn="ctr">
              <a:spcBef>
                <a:spcPts val="0"/>
              </a:spcBef>
              <a:spcAft>
                <a:spcPts val="0"/>
              </a:spcAft>
              <a:buSzPts val="39751"/>
              <a:buNone/>
              <a:defRPr sz="39751"/>
            </a:lvl1pPr>
            <a:lvl2pPr lvl="1" algn="ctr">
              <a:spcBef>
                <a:spcPts val="0"/>
              </a:spcBef>
              <a:spcAft>
                <a:spcPts val="0"/>
              </a:spcAft>
              <a:buSzPts val="39751"/>
              <a:buNone/>
              <a:defRPr sz="39751"/>
            </a:lvl2pPr>
            <a:lvl3pPr lvl="2" algn="ctr">
              <a:spcBef>
                <a:spcPts val="0"/>
              </a:spcBef>
              <a:spcAft>
                <a:spcPts val="0"/>
              </a:spcAft>
              <a:buSzPts val="39751"/>
              <a:buNone/>
              <a:defRPr sz="39751"/>
            </a:lvl3pPr>
            <a:lvl4pPr lvl="3" algn="ctr">
              <a:spcBef>
                <a:spcPts val="0"/>
              </a:spcBef>
              <a:spcAft>
                <a:spcPts val="0"/>
              </a:spcAft>
              <a:buSzPts val="39751"/>
              <a:buNone/>
              <a:defRPr sz="39751"/>
            </a:lvl4pPr>
            <a:lvl5pPr lvl="4" algn="ctr">
              <a:spcBef>
                <a:spcPts val="0"/>
              </a:spcBef>
              <a:spcAft>
                <a:spcPts val="0"/>
              </a:spcAft>
              <a:buSzPts val="39751"/>
              <a:buNone/>
              <a:defRPr sz="39751"/>
            </a:lvl5pPr>
            <a:lvl6pPr lvl="5" algn="ctr">
              <a:spcBef>
                <a:spcPts val="0"/>
              </a:spcBef>
              <a:spcAft>
                <a:spcPts val="0"/>
              </a:spcAft>
              <a:buSzPts val="39751"/>
              <a:buNone/>
              <a:defRPr sz="39751"/>
            </a:lvl6pPr>
            <a:lvl7pPr lvl="6" algn="ctr">
              <a:spcBef>
                <a:spcPts val="0"/>
              </a:spcBef>
              <a:spcAft>
                <a:spcPts val="0"/>
              </a:spcAft>
              <a:buSzPts val="39751"/>
              <a:buNone/>
              <a:defRPr sz="39751"/>
            </a:lvl7pPr>
            <a:lvl8pPr lvl="7" algn="ctr">
              <a:spcBef>
                <a:spcPts val="0"/>
              </a:spcBef>
              <a:spcAft>
                <a:spcPts val="0"/>
              </a:spcAft>
              <a:buSzPts val="39751"/>
              <a:buNone/>
              <a:defRPr sz="39751"/>
            </a:lvl8pPr>
            <a:lvl9pPr lvl="8" algn="ctr">
              <a:spcBef>
                <a:spcPts val="0"/>
              </a:spcBef>
              <a:spcAft>
                <a:spcPts val="0"/>
              </a:spcAft>
              <a:buSzPts val="39751"/>
              <a:buNone/>
              <a:defRPr sz="39751"/>
            </a:lvl9pPr>
          </a:lstStyle>
          <a:p/>
        </p:txBody>
      </p:sp>
      <p:sp>
        <p:nvSpPr>
          <p:cNvPr id="11" name="Google Shape;11;p2"/>
          <p:cNvSpPr txBox="1"/>
          <p:nvPr>
            <p:ph idx="1" type="subTitle"/>
          </p:nvPr>
        </p:nvSpPr>
        <p:spPr>
          <a:xfrm>
            <a:off x="2244240" y="24184533"/>
            <a:ext cx="61348200" cy="6763500"/>
          </a:xfrm>
          <a:prstGeom prst="rect">
            <a:avLst/>
          </a:prstGeom>
        </p:spPr>
        <p:txBody>
          <a:bodyPr anchorCtr="0" anchor="t" bIns="698900" lIns="698900" spcFirstLastPara="1" rIns="698900" wrap="square" tIns="698900">
            <a:normAutofit/>
          </a:bodyPr>
          <a:lstStyle>
            <a:lvl1pPr lvl="0" algn="ctr">
              <a:lnSpc>
                <a:spcPct val="100000"/>
              </a:lnSpc>
              <a:spcBef>
                <a:spcPts val="0"/>
              </a:spcBef>
              <a:spcAft>
                <a:spcPts val="0"/>
              </a:spcAft>
              <a:buSzPts val="21404"/>
              <a:buNone/>
              <a:defRPr sz="21404"/>
            </a:lvl1pPr>
            <a:lvl2pPr lvl="1" algn="ctr">
              <a:lnSpc>
                <a:spcPct val="100000"/>
              </a:lnSpc>
              <a:spcBef>
                <a:spcPts val="0"/>
              </a:spcBef>
              <a:spcAft>
                <a:spcPts val="0"/>
              </a:spcAft>
              <a:buSzPts val="21404"/>
              <a:buNone/>
              <a:defRPr sz="21404"/>
            </a:lvl2pPr>
            <a:lvl3pPr lvl="2" algn="ctr">
              <a:lnSpc>
                <a:spcPct val="100000"/>
              </a:lnSpc>
              <a:spcBef>
                <a:spcPts val="0"/>
              </a:spcBef>
              <a:spcAft>
                <a:spcPts val="0"/>
              </a:spcAft>
              <a:buSzPts val="21404"/>
              <a:buNone/>
              <a:defRPr sz="21404"/>
            </a:lvl3pPr>
            <a:lvl4pPr lvl="3" algn="ctr">
              <a:lnSpc>
                <a:spcPct val="100000"/>
              </a:lnSpc>
              <a:spcBef>
                <a:spcPts val="0"/>
              </a:spcBef>
              <a:spcAft>
                <a:spcPts val="0"/>
              </a:spcAft>
              <a:buSzPts val="21404"/>
              <a:buNone/>
              <a:defRPr sz="21404"/>
            </a:lvl4pPr>
            <a:lvl5pPr lvl="4" algn="ctr">
              <a:lnSpc>
                <a:spcPct val="100000"/>
              </a:lnSpc>
              <a:spcBef>
                <a:spcPts val="0"/>
              </a:spcBef>
              <a:spcAft>
                <a:spcPts val="0"/>
              </a:spcAft>
              <a:buSzPts val="21404"/>
              <a:buNone/>
              <a:defRPr sz="21404"/>
            </a:lvl5pPr>
            <a:lvl6pPr lvl="5" algn="ctr">
              <a:lnSpc>
                <a:spcPct val="100000"/>
              </a:lnSpc>
              <a:spcBef>
                <a:spcPts val="0"/>
              </a:spcBef>
              <a:spcAft>
                <a:spcPts val="0"/>
              </a:spcAft>
              <a:buSzPts val="21404"/>
              <a:buNone/>
              <a:defRPr sz="21404"/>
            </a:lvl6pPr>
            <a:lvl7pPr lvl="6" algn="ctr">
              <a:lnSpc>
                <a:spcPct val="100000"/>
              </a:lnSpc>
              <a:spcBef>
                <a:spcPts val="0"/>
              </a:spcBef>
              <a:spcAft>
                <a:spcPts val="0"/>
              </a:spcAft>
              <a:buSzPts val="21404"/>
              <a:buNone/>
              <a:defRPr sz="21404"/>
            </a:lvl7pPr>
            <a:lvl8pPr lvl="7" algn="ctr">
              <a:lnSpc>
                <a:spcPct val="100000"/>
              </a:lnSpc>
              <a:spcBef>
                <a:spcPts val="0"/>
              </a:spcBef>
              <a:spcAft>
                <a:spcPts val="0"/>
              </a:spcAft>
              <a:buSzPts val="21404"/>
              <a:buNone/>
              <a:defRPr sz="21404"/>
            </a:lvl8pPr>
            <a:lvl9pPr lvl="8" algn="ctr">
              <a:lnSpc>
                <a:spcPct val="100000"/>
              </a:lnSpc>
              <a:spcBef>
                <a:spcPts val="0"/>
              </a:spcBef>
              <a:spcAft>
                <a:spcPts val="0"/>
              </a:spcAft>
              <a:buSzPts val="21404"/>
              <a:buNone/>
              <a:defRPr sz="21404"/>
            </a:lvl9pPr>
          </a:lstStyle>
          <a:p/>
        </p:txBody>
      </p:sp>
      <p:sp>
        <p:nvSpPr>
          <p:cNvPr id="12" name="Google Shape;12;p2"/>
          <p:cNvSpPr txBox="1"/>
          <p:nvPr>
            <p:ph idx="12" type="sldNum"/>
          </p:nvPr>
        </p:nvSpPr>
        <p:spPr>
          <a:xfrm>
            <a:off x="61001696" y="39792783"/>
            <a:ext cx="3950700" cy="3358800"/>
          </a:xfrm>
          <a:prstGeom prst="rect">
            <a:avLst/>
          </a:prstGeom>
        </p:spPr>
        <p:txBody>
          <a:bodyPr anchorCtr="0" anchor="ctr" bIns="698900" lIns="698900" spcFirstLastPara="1" rIns="698900" wrap="square" tIns="698900">
            <a:normAutofit/>
          </a:bodyPr>
          <a:lstStyle>
            <a:lvl1pPr lvl="0">
              <a:buNone/>
              <a:defRPr sz="7644"/>
            </a:lvl1pPr>
            <a:lvl2pPr lvl="1">
              <a:buNone/>
              <a:defRPr sz="7644"/>
            </a:lvl2pPr>
            <a:lvl3pPr lvl="2">
              <a:buNone/>
              <a:defRPr sz="7644"/>
            </a:lvl3pPr>
            <a:lvl4pPr lvl="3">
              <a:buNone/>
              <a:defRPr sz="7644"/>
            </a:lvl4pPr>
            <a:lvl5pPr lvl="4">
              <a:buNone/>
              <a:defRPr sz="7644"/>
            </a:lvl5pPr>
            <a:lvl6pPr lvl="5">
              <a:buNone/>
              <a:defRPr sz="7644"/>
            </a:lvl6pPr>
            <a:lvl7pPr lvl="6">
              <a:buNone/>
              <a:defRPr sz="7644"/>
            </a:lvl7pPr>
            <a:lvl8pPr lvl="7">
              <a:buNone/>
              <a:defRPr sz="7644"/>
            </a:lvl8pPr>
            <a:lvl9pPr lvl="8">
              <a:buNone/>
              <a:defRPr sz="764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244240" y="18353920"/>
            <a:ext cx="61348200" cy="7183500"/>
          </a:xfrm>
          <a:prstGeom prst="rect">
            <a:avLst/>
          </a:prstGeom>
        </p:spPr>
        <p:txBody>
          <a:bodyPr anchorCtr="0" anchor="ctr" bIns="698900" lIns="698900" spcFirstLastPara="1" rIns="698900" wrap="square" tIns="698900">
            <a:normAutofit/>
          </a:bodyPr>
          <a:lstStyle>
            <a:lvl1pPr lvl="0" algn="ctr">
              <a:spcBef>
                <a:spcPts val="0"/>
              </a:spcBef>
              <a:spcAft>
                <a:spcPts val="0"/>
              </a:spcAft>
              <a:buSzPts val="27520"/>
              <a:buNone/>
              <a:defRPr sz="27520"/>
            </a:lvl1pPr>
            <a:lvl2pPr lvl="1" algn="ctr">
              <a:spcBef>
                <a:spcPts val="0"/>
              </a:spcBef>
              <a:spcAft>
                <a:spcPts val="0"/>
              </a:spcAft>
              <a:buSzPts val="27520"/>
              <a:buNone/>
              <a:defRPr sz="27520"/>
            </a:lvl2pPr>
            <a:lvl3pPr lvl="2" algn="ctr">
              <a:spcBef>
                <a:spcPts val="0"/>
              </a:spcBef>
              <a:spcAft>
                <a:spcPts val="0"/>
              </a:spcAft>
              <a:buSzPts val="27520"/>
              <a:buNone/>
              <a:defRPr sz="27520"/>
            </a:lvl3pPr>
            <a:lvl4pPr lvl="3" algn="ctr">
              <a:spcBef>
                <a:spcPts val="0"/>
              </a:spcBef>
              <a:spcAft>
                <a:spcPts val="0"/>
              </a:spcAft>
              <a:buSzPts val="27520"/>
              <a:buNone/>
              <a:defRPr sz="27520"/>
            </a:lvl4pPr>
            <a:lvl5pPr lvl="4" algn="ctr">
              <a:spcBef>
                <a:spcPts val="0"/>
              </a:spcBef>
              <a:spcAft>
                <a:spcPts val="0"/>
              </a:spcAft>
              <a:buSzPts val="27520"/>
              <a:buNone/>
              <a:defRPr sz="27520"/>
            </a:lvl5pPr>
            <a:lvl6pPr lvl="5" algn="ctr">
              <a:spcBef>
                <a:spcPts val="0"/>
              </a:spcBef>
              <a:spcAft>
                <a:spcPts val="0"/>
              </a:spcAft>
              <a:buSzPts val="27520"/>
              <a:buNone/>
              <a:defRPr sz="27520"/>
            </a:lvl6pPr>
            <a:lvl7pPr lvl="6" algn="ctr">
              <a:spcBef>
                <a:spcPts val="0"/>
              </a:spcBef>
              <a:spcAft>
                <a:spcPts val="0"/>
              </a:spcAft>
              <a:buSzPts val="27520"/>
              <a:buNone/>
              <a:defRPr sz="27520"/>
            </a:lvl7pPr>
            <a:lvl8pPr lvl="7" algn="ctr">
              <a:spcBef>
                <a:spcPts val="0"/>
              </a:spcBef>
              <a:spcAft>
                <a:spcPts val="0"/>
              </a:spcAft>
              <a:buSzPts val="27520"/>
              <a:buNone/>
              <a:defRPr sz="27520"/>
            </a:lvl8pPr>
            <a:lvl9pPr lvl="8" algn="ctr">
              <a:spcBef>
                <a:spcPts val="0"/>
              </a:spcBef>
              <a:spcAft>
                <a:spcPts val="0"/>
              </a:spcAft>
              <a:buSzPts val="27520"/>
              <a:buNone/>
              <a:defRPr sz="27520"/>
            </a:lvl9pPr>
          </a:lstStyle>
          <a:p/>
        </p:txBody>
      </p:sp>
      <p:sp>
        <p:nvSpPr>
          <p:cNvPr id="15" name="Google Shape;15;p3"/>
          <p:cNvSpPr txBox="1"/>
          <p:nvPr>
            <p:ph idx="12" type="sldNum"/>
          </p:nvPr>
        </p:nvSpPr>
        <p:spPr>
          <a:xfrm>
            <a:off x="61001696" y="39792783"/>
            <a:ext cx="3950700" cy="3358800"/>
          </a:xfrm>
          <a:prstGeom prst="rect">
            <a:avLst/>
          </a:prstGeom>
        </p:spPr>
        <p:txBody>
          <a:bodyPr anchorCtr="0" anchor="ctr" bIns="698900" lIns="698900" spcFirstLastPara="1" rIns="698900" wrap="square" tIns="698900">
            <a:normAutofit/>
          </a:bodyPr>
          <a:lstStyle>
            <a:lvl1pPr lvl="0">
              <a:buNone/>
              <a:defRPr sz="7644"/>
            </a:lvl1pPr>
            <a:lvl2pPr lvl="1">
              <a:buNone/>
              <a:defRPr sz="7644"/>
            </a:lvl2pPr>
            <a:lvl3pPr lvl="2">
              <a:buNone/>
              <a:defRPr sz="7644"/>
            </a:lvl3pPr>
            <a:lvl4pPr lvl="3">
              <a:buNone/>
              <a:defRPr sz="7644"/>
            </a:lvl4pPr>
            <a:lvl5pPr lvl="4">
              <a:buNone/>
              <a:defRPr sz="7644"/>
            </a:lvl5pPr>
            <a:lvl6pPr lvl="5">
              <a:buNone/>
              <a:defRPr sz="7644"/>
            </a:lvl6pPr>
            <a:lvl7pPr lvl="6">
              <a:buNone/>
              <a:defRPr sz="7644"/>
            </a:lvl7pPr>
            <a:lvl8pPr lvl="7">
              <a:buNone/>
              <a:defRPr sz="7644"/>
            </a:lvl8pPr>
            <a:lvl9pPr lvl="8">
              <a:buNone/>
              <a:defRPr sz="764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244240" y="3797547"/>
            <a:ext cx="61348200" cy="4887000"/>
          </a:xfrm>
          <a:prstGeom prst="rect">
            <a:avLst/>
          </a:prstGeom>
        </p:spPr>
        <p:txBody>
          <a:bodyPr anchorCtr="0" anchor="t" bIns="698900" lIns="698900" spcFirstLastPara="1" rIns="698900" wrap="square" tIns="698900">
            <a:normAutofit/>
          </a:bodyPr>
          <a:lstStyle>
            <a:lvl1pPr lvl="0">
              <a:spcBef>
                <a:spcPts val="0"/>
              </a:spcBef>
              <a:spcAft>
                <a:spcPts val="0"/>
              </a:spcAft>
              <a:buSzPts val="21404"/>
              <a:buNone/>
              <a:defRPr sz="21404"/>
            </a:lvl1pPr>
            <a:lvl2pPr lvl="1">
              <a:spcBef>
                <a:spcPts val="0"/>
              </a:spcBef>
              <a:spcAft>
                <a:spcPts val="0"/>
              </a:spcAft>
              <a:buSzPts val="21404"/>
              <a:buNone/>
              <a:defRPr sz="21404"/>
            </a:lvl2pPr>
            <a:lvl3pPr lvl="2">
              <a:spcBef>
                <a:spcPts val="0"/>
              </a:spcBef>
              <a:spcAft>
                <a:spcPts val="0"/>
              </a:spcAft>
              <a:buSzPts val="21404"/>
              <a:buNone/>
              <a:defRPr sz="21404"/>
            </a:lvl3pPr>
            <a:lvl4pPr lvl="3">
              <a:spcBef>
                <a:spcPts val="0"/>
              </a:spcBef>
              <a:spcAft>
                <a:spcPts val="0"/>
              </a:spcAft>
              <a:buSzPts val="21404"/>
              <a:buNone/>
              <a:defRPr sz="21404"/>
            </a:lvl4pPr>
            <a:lvl5pPr lvl="4">
              <a:spcBef>
                <a:spcPts val="0"/>
              </a:spcBef>
              <a:spcAft>
                <a:spcPts val="0"/>
              </a:spcAft>
              <a:buSzPts val="21404"/>
              <a:buNone/>
              <a:defRPr sz="21404"/>
            </a:lvl5pPr>
            <a:lvl6pPr lvl="5">
              <a:spcBef>
                <a:spcPts val="0"/>
              </a:spcBef>
              <a:spcAft>
                <a:spcPts val="0"/>
              </a:spcAft>
              <a:buSzPts val="21404"/>
              <a:buNone/>
              <a:defRPr sz="21404"/>
            </a:lvl6pPr>
            <a:lvl7pPr lvl="6">
              <a:spcBef>
                <a:spcPts val="0"/>
              </a:spcBef>
              <a:spcAft>
                <a:spcPts val="0"/>
              </a:spcAft>
              <a:buSzPts val="21404"/>
              <a:buNone/>
              <a:defRPr sz="21404"/>
            </a:lvl7pPr>
            <a:lvl8pPr lvl="7">
              <a:spcBef>
                <a:spcPts val="0"/>
              </a:spcBef>
              <a:spcAft>
                <a:spcPts val="0"/>
              </a:spcAft>
              <a:buSzPts val="21404"/>
              <a:buNone/>
              <a:defRPr sz="21404"/>
            </a:lvl8pPr>
            <a:lvl9pPr lvl="8">
              <a:spcBef>
                <a:spcPts val="0"/>
              </a:spcBef>
              <a:spcAft>
                <a:spcPts val="0"/>
              </a:spcAft>
              <a:buSzPts val="21404"/>
              <a:buNone/>
              <a:defRPr sz="21404"/>
            </a:lvl9pPr>
          </a:lstStyle>
          <a:p/>
        </p:txBody>
      </p:sp>
      <p:sp>
        <p:nvSpPr>
          <p:cNvPr id="18" name="Google Shape;18;p4"/>
          <p:cNvSpPr txBox="1"/>
          <p:nvPr>
            <p:ph idx="1" type="body"/>
          </p:nvPr>
        </p:nvSpPr>
        <p:spPr>
          <a:xfrm>
            <a:off x="2244240" y="9834453"/>
            <a:ext cx="61348200" cy="29153400"/>
          </a:xfrm>
          <a:prstGeom prst="rect">
            <a:avLst/>
          </a:prstGeom>
        </p:spPr>
        <p:txBody>
          <a:bodyPr anchorCtr="0" anchor="t" bIns="698900" lIns="698900" spcFirstLastPara="1" rIns="698900" wrap="square" tIns="698900">
            <a:normAutofit/>
          </a:bodyPr>
          <a:lstStyle>
            <a:lvl1pPr indent="-1102360" lvl="0" marL="457200">
              <a:spcBef>
                <a:spcPts val="0"/>
              </a:spcBef>
              <a:spcAft>
                <a:spcPts val="0"/>
              </a:spcAft>
              <a:buSzPts val="13760"/>
              <a:buChar char="●"/>
              <a:defRPr sz="13760"/>
            </a:lvl1pPr>
            <a:lvl2pPr indent="-908191" lvl="1" marL="914400">
              <a:spcBef>
                <a:spcPts val="0"/>
              </a:spcBef>
              <a:spcAft>
                <a:spcPts val="0"/>
              </a:spcAft>
              <a:buSzPts val="10702"/>
              <a:buChar char="○"/>
              <a:defRPr sz="10702"/>
            </a:lvl2pPr>
            <a:lvl3pPr indent="-908191" lvl="2" marL="1371600">
              <a:spcBef>
                <a:spcPts val="0"/>
              </a:spcBef>
              <a:spcAft>
                <a:spcPts val="0"/>
              </a:spcAft>
              <a:buSzPts val="10702"/>
              <a:buChar char="■"/>
              <a:defRPr sz="10702"/>
            </a:lvl3pPr>
            <a:lvl4pPr indent="-908191" lvl="3" marL="1828800">
              <a:spcBef>
                <a:spcPts val="0"/>
              </a:spcBef>
              <a:spcAft>
                <a:spcPts val="0"/>
              </a:spcAft>
              <a:buSzPts val="10702"/>
              <a:buChar char="●"/>
              <a:defRPr sz="10702"/>
            </a:lvl4pPr>
            <a:lvl5pPr indent="-908191" lvl="4" marL="2286000">
              <a:spcBef>
                <a:spcPts val="0"/>
              </a:spcBef>
              <a:spcAft>
                <a:spcPts val="0"/>
              </a:spcAft>
              <a:buSzPts val="10702"/>
              <a:buChar char="○"/>
              <a:defRPr sz="10702"/>
            </a:lvl5pPr>
            <a:lvl6pPr indent="-908191" lvl="5" marL="2743200">
              <a:spcBef>
                <a:spcPts val="0"/>
              </a:spcBef>
              <a:spcAft>
                <a:spcPts val="0"/>
              </a:spcAft>
              <a:buSzPts val="10702"/>
              <a:buChar char="■"/>
              <a:defRPr sz="10702"/>
            </a:lvl6pPr>
            <a:lvl7pPr indent="-908191" lvl="6" marL="3200400">
              <a:spcBef>
                <a:spcPts val="0"/>
              </a:spcBef>
              <a:spcAft>
                <a:spcPts val="0"/>
              </a:spcAft>
              <a:buSzPts val="10702"/>
              <a:buChar char="●"/>
              <a:defRPr sz="10702"/>
            </a:lvl7pPr>
            <a:lvl8pPr indent="-908191" lvl="7" marL="3657600">
              <a:spcBef>
                <a:spcPts val="0"/>
              </a:spcBef>
              <a:spcAft>
                <a:spcPts val="0"/>
              </a:spcAft>
              <a:buSzPts val="10702"/>
              <a:buChar char="○"/>
              <a:defRPr sz="10702"/>
            </a:lvl8pPr>
            <a:lvl9pPr indent="-908191" lvl="8" marL="4114800">
              <a:spcBef>
                <a:spcPts val="0"/>
              </a:spcBef>
              <a:spcAft>
                <a:spcPts val="0"/>
              </a:spcAft>
              <a:buSzPts val="10702"/>
              <a:buChar char="■"/>
              <a:defRPr sz="10702"/>
            </a:lvl9pPr>
          </a:lstStyle>
          <a:p/>
        </p:txBody>
      </p:sp>
      <p:sp>
        <p:nvSpPr>
          <p:cNvPr id="19" name="Google Shape;19;p4"/>
          <p:cNvSpPr txBox="1"/>
          <p:nvPr>
            <p:ph idx="12" type="sldNum"/>
          </p:nvPr>
        </p:nvSpPr>
        <p:spPr>
          <a:xfrm>
            <a:off x="61001696" y="39792783"/>
            <a:ext cx="3950700" cy="3358800"/>
          </a:xfrm>
          <a:prstGeom prst="rect">
            <a:avLst/>
          </a:prstGeom>
        </p:spPr>
        <p:txBody>
          <a:bodyPr anchorCtr="0" anchor="ctr" bIns="698900" lIns="698900" spcFirstLastPara="1" rIns="698900" wrap="square" tIns="698900">
            <a:normAutofit/>
          </a:bodyPr>
          <a:lstStyle>
            <a:lvl1pPr lvl="0">
              <a:buNone/>
              <a:defRPr sz="7644"/>
            </a:lvl1pPr>
            <a:lvl2pPr lvl="1">
              <a:buNone/>
              <a:defRPr sz="7644"/>
            </a:lvl2pPr>
            <a:lvl3pPr lvl="2">
              <a:buNone/>
              <a:defRPr sz="7644"/>
            </a:lvl3pPr>
            <a:lvl4pPr lvl="3">
              <a:buNone/>
              <a:defRPr sz="7644"/>
            </a:lvl4pPr>
            <a:lvl5pPr lvl="4">
              <a:buNone/>
              <a:defRPr sz="7644"/>
            </a:lvl5pPr>
            <a:lvl6pPr lvl="5">
              <a:buNone/>
              <a:defRPr sz="7644"/>
            </a:lvl6pPr>
            <a:lvl7pPr lvl="6">
              <a:buNone/>
              <a:defRPr sz="7644"/>
            </a:lvl7pPr>
            <a:lvl8pPr lvl="7">
              <a:buNone/>
              <a:defRPr sz="7644"/>
            </a:lvl8pPr>
            <a:lvl9pPr lvl="8">
              <a:buNone/>
              <a:defRPr sz="764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244240" y="3797547"/>
            <a:ext cx="61348200" cy="4887000"/>
          </a:xfrm>
          <a:prstGeom prst="rect">
            <a:avLst/>
          </a:prstGeom>
        </p:spPr>
        <p:txBody>
          <a:bodyPr anchorCtr="0" anchor="t" bIns="698900" lIns="698900" spcFirstLastPara="1" rIns="698900" wrap="square" tIns="698900">
            <a:normAutofit/>
          </a:bodyPr>
          <a:lstStyle>
            <a:lvl1pPr lvl="0">
              <a:spcBef>
                <a:spcPts val="0"/>
              </a:spcBef>
              <a:spcAft>
                <a:spcPts val="0"/>
              </a:spcAft>
              <a:buSzPts val="21404"/>
              <a:buNone/>
              <a:defRPr sz="21404"/>
            </a:lvl1pPr>
            <a:lvl2pPr lvl="1">
              <a:spcBef>
                <a:spcPts val="0"/>
              </a:spcBef>
              <a:spcAft>
                <a:spcPts val="0"/>
              </a:spcAft>
              <a:buSzPts val="21404"/>
              <a:buNone/>
              <a:defRPr sz="21404"/>
            </a:lvl2pPr>
            <a:lvl3pPr lvl="2">
              <a:spcBef>
                <a:spcPts val="0"/>
              </a:spcBef>
              <a:spcAft>
                <a:spcPts val="0"/>
              </a:spcAft>
              <a:buSzPts val="21404"/>
              <a:buNone/>
              <a:defRPr sz="21404"/>
            </a:lvl3pPr>
            <a:lvl4pPr lvl="3">
              <a:spcBef>
                <a:spcPts val="0"/>
              </a:spcBef>
              <a:spcAft>
                <a:spcPts val="0"/>
              </a:spcAft>
              <a:buSzPts val="21404"/>
              <a:buNone/>
              <a:defRPr sz="21404"/>
            </a:lvl4pPr>
            <a:lvl5pPr lvl="4">
              <a:spcBef>
                <a:spcPts val="0"/>
              </a:spcBef>
              <a:spcAft>
                <a:spcPts val="0"/>
              </a:spcAft>
              <a:buSzPts val="21404"/>
              <a:buNone/>
              <a:defRPr sz="21404"/>
            </a:lvl5pPr>
            <a:lvl6pPr lvl="5">
              <a:spcBef>
                <a:spcPts val="0"/>
              </a:spcBef>
              <a:spcAft>
                <a:spcPts val="0"/>
              </a:spcAft>
              <a:buSzPts val="21404"/>
              <a:buNone/>
              <a:defRPr sz="21404"/>
            </a:lvl6pPr>
            <a:lvl7pPr lvl="6">
              <a:spcBef>
                <a:spcPts val="0"/>
              </a:spcBef>
              <a:spcAft>
                <a:spcPts val="0"/>
              </a:spcAft>
              <a:buSzPts val="21404"/>
              <a:buNone/>
              <a:defRPr sz="21404"/>
            </a:lvl7pPr>
            <a:lvl8pPr lvl="7">
              <a:spcBef>
                <a:spcPts val="0"/>
              </a:spcBef>
              <a:spcAft>
                <a:spcPts val="0"/>
              </a:spcAft>
              <a:buSzPts val="21404"/>
              <a:buNone/>
              <a:defRPr sz="21404"/>
            </a:lvl8pPr>
            <a:lvl9pPr lvl="8">
              <a:spcBef>
                <a:spcPts val="0"/>
              </a:spcBef>
              <a:spcAft>
                <a:spcPts val="0"/>
              </a:spcAft>
              <a:buSzPts val="21404"/>
              <a:buNone/>
              <a:defRPr sz="21404"/>
            </a:lvl9pPr>
          </a:lstStyle>
          <a:p/>
        </p:txBody>
      </p:sp>
      <p:sp>
        <p:nvSpPr>
          <p:cNvPr id="22" name="Google Shape;22;p5"/>
          <p:cNvSpPr txBox="1"/>
          <p:nvPr>
            <p:ph idx="1" type="body"/>
          </p:nvPr>
        </p:nvSpPr>
        <p:spPr>
          <a:xfrm>
            <a:off x="2244240" y="9834453"/>
            <a:ext cx="28799400" cy="29153400"/>
          </a:xfrm>
          <a:prstGeom prst="rect">
            <a:avLst/>
          </a:prstGeom>
        </p:spPr>
        <p:txBody>
          <a:bodyPr anchorCtr="0" anchor="t" bIns="698900" lIns="698900" spcFirstLastPara="1" rIns="698900" wrap="square" tIns="698900">
            <a:normAutofit/>
          </a:bodyPr>
          <a:lstStyle>
            <a:lvl1pPr indent="-908191" lvl="0" marL="457200">
              <a:spcBef>
                <a:spcPts val="0"/>
              </a:spcBef>
              <a:spcAft>
                <a:spcPts val="0"/>
              </a:spcAft>
              <a:buSzPts val="10702"/>
              <a:buChar char="●"/>
              <a:defRPr sz="10702"/>
            </a:lvl1pPr>
            <a:lvl2pPr indent="-811106" lvl="1" marL="914400">
              <a:spcBef>
                <a:spcPts val="0"/>
              </a:spcBef>
              <a:spcAft>
                <a:spcPts val="0"/>
              </a:spcAft>
              <a:buSzPts val="9173"/>
              <a:buChar char="○"/>
              <a:defRPr sz="9173"/>
            </a:lvl2pPr>
            <a:lvl3pPr indent="-811106" lvl="2" marL="1371600">
              <a:spcBef>
                <a:spcPts val="0"/>
              </a:spcBef>
              <a:spcAft>
                <a:spcPts val="0"/>
              </a:spcAft>
              <a:buSzPts val="9173"/>
              <a:buChar char="■"/>
              <a:defRPr sz="9173"/>
            </a:lvl3pPr>
            <a:lvl4pPr indent="-811106" lvl="3" marL="1828800">
              <a:spcBef>
                <a:spcPts val="0"/>
              </a:spcBef>
              <a:spcAft>
                <a:spcPts val="0"/>
              </a:spcAft>
              <a:buSzPts val="9173"/>
              <a:buChar char="●"/>
              <a:defRPr sz="9173"/>
            </a:lvl4pPr>
            <a:lvl5pPr indent="-811106" lvl="4" marL="2286000">
              <a:spcBef>
                <a:spcPts val="0"/>
              </a:spcBef>
              <a:spcAft>
                <a:spcPts val="0"/>
              </a:spcAft>
              <a:buSzPts val="9173"/>
              <a:buChar char="○"/>
              <a:defRPr sz="9173"/>
            </a:lvl5pPr>
            <a:lvl6pPr indent="-811106" lvl="5" marL="2743200">
              <a:spcBef>
                <a:spcPts val="0"/>
              </a:spcBef>
              <a:spcAft>
                <a:spcPts val="0"/>
              </a:spcAft>
              <a:buSzPts val="9173"/>
              <a:buChar char="■"/>
              <a:defRPr sz="9173"/>
            </a:lvl6pPr>
            <a:lvl7pPr indent="-811106" lvl="6" marL="3200400">
              <a:spcBef>
                <a:spcPts val="0"/>
              </a:spcBef>
              <a:spcAft>
                <a:spcPts val="0"/>
              </a:spcAft>
              <a:buSzPts val="9173"/>
              <a:buChar char="●"/>
              <a:defRPr sz="9173"/>
            </a:lvl7pPr>
            <a:lvl8pPr indent="-811106" lvl="7" marL="3657600">
              <a:spcBef>
                <a:spcPts val="0"/>
              </a:spcBef>
              <a:spcAft>
                <a:spcPts val="0"/>
              </a:spcAft>
              <a:buSzPts val="9173"/>
              <a:buChar char="○"/>
              <a:defRPr sz="9173"/>
            </a:lvl8pPr>
            <a:lvl9pPr indent="-811106" lvl="8" marL="4114800">
              <a:spcBef>
                <a:spcPts val="0"/>
              </a:spcBef>
              <a:spcAft>
                <a:spcPts val="0"/>
              </a:spcAft>
              <a:buSzPts val="9173"/>
              <a:buChar char="■"/>
              <a:defRPr sz="9173"/>
            </a:lvl9pPr>
          </a:lstStyle>
          <a:p/>
        </p:txBody>
      </p:sp>
      <p:sp>
        <p:nvSpPr>
          <p:cNvPr id="23" name="Google Shape;23;p5"/>
          <p:cNvSpPr txBox="1"/>
          <p:nvPr>
            <p:ph idx="2" type="body"/>
          </p:nvPr>
        </p:nvSpPr>
        <p:spPr>
          <a:xfrm>
            <a:off x="34793280" y="9834453"/>
            <a:ext cx="28799400" cy="29153400"/>
          </a:xfrm>
          <a:prstGeom prst="rect">
            <a:avLst/>
          </a:prstGeom>
        </p:spPr>
        <p:txBody>
          <a:bodyPr anchorCtr="0" anchor="t" bIns="698900" lIns="698900" spcFirstLastPara="1" rIns="698900" wrap="square" tIns="698900">
            <a:normAutofit/>
          </a:bodyPr>
          <a:lstStyle>
            <a:lvl1pPr indent="-908191" lvl="0" marL="457200">
              <a:spcBef>
                <a:spcPts val="0"/>
              </a:spcBef>
              <a:spcAft>
                <a:spcPts val="0"/>
              </a:spcAft>
              <a:buSzPts val="10702"/>
              <a:buChar char="●"/>
              <a:defRPr sz="10702"/>
            </a:lvl1pPr>
            <a:lvl2pPr indent="-811106" lvl="1" marL="914400">
              <a:spcBef>
                <a:spcPts val="0"/>
              </a:spcBef>
              <a:spcAft>
                <a:spcPts val="0"/>
              </a:spcAft>
              <a:buSzPts val="9173"/>
              <a:buChar char="○"/>
              <a:defRPr sz="9173"/>
            </a:lvl2pPr>
            <a:lvl3pPr indent="-811106" lvl="2" marL="1371600">
              <a:spcBef>
                <a:spcPts val="0"/>
              </a:spcBef>
              <a:spcAft>
                <a:spcPts val="0"/>
              </a:spcAft>
              <a:buSzPts val="9173"/>
              <a:buChar char="■"/>
              <a:defRPr sz="9173"/>
            </a:lvl3pPr>
            <a:lvl4pPr indent="-811106" lvl="3" marL="1828800">
              <a:spcBef>
                <a:spcPts val="0"/>
              </a:spcBef>
              <a:spcAft>
                <a:spcPts val="0"/>
              </a:spcAft>
              <a:buSzPts val="9173"/>
              <a:buChar char="●"/>
              <a:defRPr sz="9173"/>
            </a:lvl4pPr>
            <a:lvl5pPr indent="-811106" lvl="4" marL="2286000">
              <a:spcBef>
                <a:spcPts val="0"/>
              </a:spcBef>
              <a:spcAft>
                <a:spcPts val="0"/>
              </a:spcAft>
              <a:buSzPts val="9173"/>
              <a:buChar char="○"/>
              <a:defRPr sz="9173"/>
            </a:lvl5pPr>
            <a:lvl6pPr indent="-811106" lvl="5" marL="2743200">
              <a:spcBef>
                <a:spcPts val="0"/>
              </a:spcBef>
              <a:spcAft>
                <a:spcPts val="0"/>
              </a:spcAft>
              <a:buSzPts val="9173"/>
              <a:buChar char="■"/>
              <a:defRPr sz="9173"/>
            </a:lvl6pPr>
            <a:lvl7pPr indent="-811106" lvl="6" marL="3200400">
              <a:spcBef>
                <a:spcPts val="0"/>
              </a:spcBef>
              <a:spcAft>
                <a:spcPts val="0"/>
              </a:spcAft>
              <a:buSzPts val="9173"/>
              <a:buChar char="●"/>
              <a:defRPr sz="9173"/>
            </a:lvl7pPr>
            <a:lvl8pPr indent="-811106" lvl="7" marL="3657600">
              <a:spcBef>
                <a:spcPts val="0"/>
              </a:spcBef>
              <a:spcAft>
                <a:spcPts val="0"/>
              </a:spcAft>
              <a:buSzPts val="9173"/>
              <a:buChar char="○"/>
              <a:defRPr sz="9173"/>
            </a:lvl8pPr>
            <a:lvl9pPr indent="-811106" lvl="8" marL="4114800">
              <a:spcBef>
                <a:spcPts val="0"/>
              </a:spcBef>
              <a:spcAft>
                <a:spcPts val="0"/>
              </a:spcAft>
              <a:buSzPts val="9173"/>
              <a:buChar char="■"/>
              <a:defRPr sz="9173"/>
            </a:lvl9pPr>
          </a:lstStyle>
          <a:p/>
        </p:txBody>
      </p:sp>
      <p:sp>
        <p:nvSpPr>
          <p:cNvPr id="24" name="Google Shape;24;p5"/>
          <p:cNvSpPr txBox="1"/>
          <p:nvPr>
            <p:ph idx="12" type="sldNum"/>
          </p:nvPr>
        </p:nvSpPr>
        <p:spPr>
          <a:xfrm>
            <a:off x="61001696" y="39792783"/>
            <a:ext cx="3950700" cy="3358800"/>
          </a:xfrm>
          <a:prstGeom prst="rect">
            <a:avLst/>
          </a:prstGeom>
        </p:spPr>
        <p:txBody>
          <a:bodyPr anchorCtr="0" anchor="ctr" bIns="698900" lIns="698900" spcFirstLastPara="1" rIns="698900" wrap="square" tIns="698900">
            <a:normAutofit/>
          </a:bodyPr>
          <a:lstStyle>
            <a:lvl1pPr lvl="0">
              <a:buNone/>
              <a:defRPr sz="7644"/>
            </a:lvl1pPr>
            <a:lvl2pPr lvl="1">
              <a:buNone/>
              <a:defRPr sz="7644"/>
            </a:lvl2pPr>
            <a:lvl3pPr lvl="2">
              <a:buNone/>
              <a:defRPr sz="7644"/>
            </a:lvl3pPr>
            <a:lvl4pPr lvl="3">
              <a:buNone/>
              <a:defRPr sz="7644"/>
            </a:lvl4pPr>
            <a:lvl5pPr lvl="4">
              <a:buNone/>
              <a:defRPr sz="7644"/>
            </a:lvl5pPr>
            <a:lvl6pPr lvl="5">
              <a:buNone/>
              <a:defRPr sz="7644"/>
            </a:lvl6pPr>
            <a:lvl7pPr lvl="6">
              <a:buNone/>
              <a:defRPr sz="7644"/>
            </a:lvl7pPr>
            <a:lvl8pPr lvl="7">
              <a:buNone/>
              <a:defRPr sz="7644"/>
            </a:lvl8pPr>
            <a:lvl9pPr lvl="8">
              <a:buNone/>
              <a:defRPr sz="764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244240" y="3797547"/>
            <a:ext cx="61348200" cy="4887000"/>
          </a:xfrm>
          <a:prstGeom prst="rect">
            <a:avLst/>
          </a:prstGeom>
        </p:spPr>
        <p:txBody>
          <a:bodyPr anchorCtr="0" anchor="t" bIns="698900" lIns="698900" spcFirstLastPara="1" rIns="698900" wrap="square" tIns="698900">
            <a:normAutofit/>
          </a:bodyPr>
          <a:lstStyle>
            <a:lvl1pPr lvl="0">
              <a:spcBef>
                <a:spcPts val="0"/>
              </a:spcBef>
              <a:spcAft>
                <a:spcPts val="0"/>
              </a:spcAft>
              <a:buSzPts val="21404"/>
              <a:buNone/>
              <a:defRPr sz="21404"/>
            </a:lvl1pPr>
            <a:lvl2pPr lvl="1">
              <a:spcBef>
                <a:spcPts val="0"/>
              </a:spcBef>
              <a:spcAft>
                <a:spcPts val="0"/>
              </a:spcAft>
              <a:buSzPts val="21404"/>
              <a:buNone/>
              <a:defRPr sz="21404"/>
            </a:lvl2pPr>
            <a:lvl3pPr lvl="2">
              <a:spcBef>
                <a:spcPts val="0"/>
              </a:spcBef>
              <a:spcAft>
                <a:spcPts val="0"/>
              </a:spcAft>
              <a:buSzPts val="21404"/>
              <a:buNone/>
              <a:defRPr sz="21404"/>
            </a:lvl3pPr>
            <a:lvl4pPr lvl="3">
              <a:spcBef>
                <a:spcPts val="0"/>
              </a:spcBef>
              <a:spcAft>
                <a:spcPts val="0"/>
              </a:spcAft>
              <a:buSzPts val="21404"/>
              <a:buNone/>
              <a:defRPr sz="21404"/>
            </a:lvl4pPr>
            <a:lvl5pPr lvl="4">
              <a:spcBef>
                <a:spcPts val="0"/>
              </a:spcBef>
              <a:spcAft>
                <a:spcPts val="0"/>
              </a:spcAft>
              <a:buSzPts val="21404"/>
              <a:buNone/>
              <a:defRPr sz="21404"/>
            </a:lvl5pPr>
            <a:lvl6pPr lvl="5">
              <a:spcBef>
                <a:spcPts val="0"/>
              </a:spcBef>
              <a:spcAft>
                <a:spcPts val="0"/>
              </a:spcAft>
              <a:buSzPts val="21404"/>
              <a:buNone/>
              <a:defRPr sz="21404"/>
            </a:lvl6pPr>
            <a:lvl7pPr lvl="6">
              <a:spcBef>
                <a:spcPts val="0"/>
              </a:spcBef>
              <a:spcAft>
                <a:spcPts val="0"/>
              </a:spcAft>
              <a:buSzPts val="21404"/>
              <a:buNone/>
              <a:defRPr sz="21404"/>
            </a:lvl7pPr>
            <a:lvl8pPr lvl="7">
              <a:spcBef>
                <a:spcPts val="0"/>
              </a:spcBef>
              <a:spcAft>
                <a:spcPts val="0"/>
              </a:spcAft>
              <a:buSzPts val="21404"/>
              <a:buNone/>
              <a:defRPr sz="21404"/>
            </a:lvl8pPr>
            <a:lvl9pPr lvl="8">
              <a:spcBef>
                <a:spcPts val="0"/>
              </a:spcBef>
              <a:spcAft>
                <a:spcPts val="0"/>
              </a:spcAft>
              <a:buSzPts val="21404"/>
              <a:buNone/>
              <a:defRPr sz="21404"/>
            </a:lvl9pPr>
          </a:lstStyle>
          <a:p/>
        </p:txBody>
      </p:sp>
      <p:sp>
        <p:nvSpPr>
          <p:cNvPr id="27" name="Google Shape;27;p6"/>
          <p:cNvSpPr txBox="1"/>
          <p:nvPr>
            <p:ph idx="12" type="sldNum"/>
          </p:nvPr>
        </p:nvSpPr>
        <p:spPr>
          <a:xfrm>
            <a:off x="61001696" y="39792783"/>
            <a:ext cx="3950700" cy="3358800"/>
          </a:xfrm>
          <a:prstGeom prst="rect">
            <a:avLst/>
          </a:prstGeom>
        </p:spPr>
        <p:txBody>
          <a:bodyPr anchorCtr="0" anchor="ctr" bIns="698900" lIns="698900" spcFirstLastPara="1" rIns="698900" wrap="square" tIns="698900">
            <a:normAutofit/>
          </a:bodyPr>
          <a:lstStyle>
            <a:lvl1pPr lvl="0">
              <a:buNone/>
              <a:defRPr sz="7644"/>
            </a:lvl1pPr>
            <a:lvl2pPr lvl="1">
              <a:buNone/>
              <a:defRPr sz="7644"/>
            </a:lvl2pPr>
            <a:lvl3pPr lvl="2">
              <a:buNone/>
              <a:defRPr sz="7644"/>
            </a:lvl3pPr>
            <a:lvl4pPr lvl="3">
              <a:buNone/>
              <a:defRPr sz="7644"/>
            </a:lvl4pPr>
            <a:lvl5pPr lvl="4">
              <a:buNone/>
              <a:defRPr sz="7644"/>
            </a:lvl5pPr>
            <a:lvl6pPr lvl="5">
              <a:buNone/>
              <a:defRPr sz="7644"/>
            </a:lvl6pPr>
            <a:lvl7pPr lvl="6">
              <a:buNone/>
              <a:defRPr sz="7644"/>
            </a:lvl7pPr>
            <a:lvl8pPr lvl="7">
              <a:buNone/>
              <a:defRPr sz="7644"/>
            </a:lvl8pPr>
            <a:lvl9pPr lvl="8">
              <a:buNone/>
              <a:defRPr sz="764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244240" y="4741120"/>
            <a:ext cx="20217600" cy="6448500"/>
          </a:xfrm>
          <a:prstGeom prst="rect">
            <a:avLst/>
          </a:prstGeom>
        </p:spPr>
        <p:txBody>
          <a:bodyPr anchorCtr="0" anchor="b" bIns="698900" lIns="698900" spcFirstLastPara="1" rIns="698900" wrap="square" tIns="698900">
            <a:normAutofit/>
          </a:bodyPr>
          <a:lstStyle>
            <a:lvl1pPr lvl="0">
              <a:spcBef>
                <a:spcPts val="0"/>
              </a:spcBef>
              <a:spcAft>
                <a:spcPts val="0"/>
              </a:spcAft>
              <a:buSzPts val="18347"/>
              <a:buNone/>
              <a:defRPr sz="18347"/>
            </a:lvl1pPr>
            <a:lvl2pPr lvl="1">
              <a:spcBef>
                <a:spcPts val="0"/>
              </a:spcBef>
              <a:spcAft>
                <a:spcPts val="0"/>
              </a:spcAft>
              <a:buSzPts val="18347"/>
              <a:buNone/>
              <a:defRPr sz="18347"/>
            </a:lvl2pPr>
            <a:lvl3pPr lvl="2">
              <a:spcBef>
                <a:spcPts val="0"/>
              </a:spcBef>
              <a:spcAft>
                <a:spcPts val="0"/>
              </a:spcAft>
              <a:buSzPts val="18347"/>
              <a:buNone/>
              <a:defRPr sz="18347"/>
            </a:lvl3pPr>
            <a:lvl4pPr lvl="3">
              <a:spcBef>
                <a:spcPts val="0"/>
              </a:spcBef>
              <a:spcAft>
                <a:spcPts val="0"/>
              </a:spcAft>
              <a:buSzPts val="18347"/>
              <a:buNone/>
              <a:defRPr sz="18347"/>
            </a:lvl4pPr>
            <a:lvl5pPr lvl="4">
              <a:spcBef>
                <a:spcPts val="0"/>
              </a:spcBef>
              <a:spcAft>
                <a:spcPts val="0"/>
              </a:spcAft>
              <a:buSzPts val="18347"/>
              <a:buNone/>
              <a:defRPr sz="18347"/>
            </a:lvl5pPr>
            <a:lvl6pPr lvl="5">
              <a:spcBef>
                <a:spcPts val="0"/>
              </a:spcBef>
              <a:spcAft>
                <a:spcPts val="0"/>
              </a:spcAft>
              <a:buSzPts val="18347"/>
              <a:buNone/>
              <a:defRPr sz="18347"/>
            </a:lvl6pPr>
            <a:lvl7pPr lvl="6">
              <a:spcBef>
                <a:spcPts val="0"/>
              </a:spcBef>
              <a:spcAft>
                <a:spcPts val="0"/>
              </a:spcAft>
              <a:buSzPts val="18347"/>
              <a:buNone/>
              <a:defRPr sz="18347"/>
            </a:lvl7pPr>
            <a:lvl8pPr lvl="7">
              <a:spcBef>
                <a:spcPts val="0"/>
              </a:spcBef>
              <a:spcAft>
                <a:spcPts val="0"/>
              </a:spcAft>
              <a:buSzPts val="18347"/>
              <a:buNone/>
              <a:defRPr sz="18347"/>
            </a:lvl8pPr>
            <a:lvl9pPr lvl="8">
              <a:spcBef>
                <a:spcPts val="0"/>
              </a:spcBef>
              <a:spcAft>
                <a:spcPts val="0"/>
              </a:spcAft>
              <a:buSzPts val="18347"/>
              <a:buNone/>
              <a:defRPr sz="18347"/>
            </a:lvl9pPr>
          </a:lstStyle>
          <a:p/>
        </p:txBody>
      </p:sp>
      <p:sp>
        <p:nvSpPr>
          <p:cNvPr id="30" name="Google Shape;30;p7"/>
          <p:cNvSpPr txBox="1"/>
          <p:nvPr>
            <p:ph idx="1" type="body"/>
          </p:nvPr>
        </p:nvSpPr>
        <p:spPr>
          <a:xfrm>
            <a:off x="2244240" y="11857920"/>
            <a:ext cx="20217600" cy="27130800"/>
          </a:xfrm>
          <a:prstGeom prst="rect">
            <a:avLst/>
          </a:prstGeom>
        </p:spPr>
        <p:txBody>
          <a:bodyPr anchorCtr="0" anchor="t" bIns="698900" lIns="698900" spcFirstLastPara="1" rIns="698900" wrap="square" tIns="698900">
            <a:normAutofit/>
          </a:bodyPr>
          <a:lstStyle>
            <a:lvl1pPr indent="-811106" lvl="0" marL="457200">
              <a:spcBef>
                <a:spcPts val="0"/>
              </a:spcBef>
              <a:spcAft>
                <a:spcPts val="0"/>
              </a:spcAft>
              <a:buSzPts val="9173"/>
              <a:buChar char="●"/>
              <a:defRPr sz="9173"/>
            </a:lvl1pPr>
            <a:lvl2pPr indent="-811106" lvl="1" marL="914400">
              <a:spcBef>
                <a:spcPts val="0"/>
              </a:spcBef>
              <a:spcAft>
                <a:spcPts val="0"/>
              </a:spcAft>
              <a:buSzPts val="9173"/>
              <a:buChar char="○"/>
              <a:defRPr sz="9173"/>
            </a:lvl2pPr>
            <a:lvl3pPr indent="-811106" lvl="2" marL="1371600">
              <a:spcBef>
                <a:spcPts val="0"/>
              </a:spcBef>
              <a:spcAft>
                <a:spcPts val="0"/>
              </a:spcAft>
              <a:buSzPts val="9173"/>
              <a:buChar char="■"/>
              <a:defRPr sz="9173"/>
            </a:lvl3pPr>
            <a:lvl4pPr indent="-811106" lvl="3" marL="1828800">
              <a:spcBef>
                <a:spcPts val="0"/>
              </a:spcBef>
              <a:spcAft>
                <a:spcPts val="0"/>
              </a:spcAft>
              <a:buSzPts val="9173"/>
              <a:buChar char="●"/>
              <a:defRPr sz="9173"/>
            </a:lvl4pPr>
            <a:lvl5pPr indent="-811106" lvl="4" marL="2286000">
              <a:spcBef>
                <a:spcPts val="0"/>
              </a:spcBef>
              <a:spcAft>
                <a:spcPts val="0"/>
              </a:spcAft>
              <a:buSzPts val="9173"/>
              <a:buChar char="○"/>
              <a:defRPr sz="9173"/>
            </a:lvl5pPr>
            <a:lvl6pPr indent="-811106" lvl="5" marL="2743200">
              <a:spcBef>
                <a:spcPts val="0"/>
              </a:spcBef>
              <a:spcAft>
                <a:spcPts val="0"/>
              </a:spcAft>
              <a:buSzPts val="9173"/>
              <a:buChar char="■"/>
              <a:defRPr sz="9173"/>
            </a:lvl6pPr>
            <a:lvl7pPr indent="-811106" lvl="6" marL="3200400">
              <a:spcBef>
                <a:spcPts val="0"/>
              </a:spcBef>
              <a:spcAft>
                <a:spcPts val="0"/>
              </a:spcAft>
              <a:buSzPts val="9173"/>
              <a:buChar char="●"/>
              <a:defRPr sz="9173"/>
            </a:lvl7pPr>
            <a:lvl8pPr indent="-811106" lvl="7" marL="3657600">
              <a:spcBef>
                <a:spcPts val="0"/>
              </a:spcBef>
              <a:spcAft>
                <a:spcPts val="0"/>
              </a:spcAft>
              <a:buSzPts val="9173"/>
              <a:buChar char="○"/>
              <a:defRPr sz="9173"/>
            </a:lvl8pPr>
            <a:lvl9pPr indent="-811106" lvl="8" marL="4114800">
              <a:spcBef>
                <a:spcPts val="0"/>
              </a:spcBef>
              <a:spcAft>
                <a:spcPts val="0"/>
              </a:spcAft>
              <a:buSzPts val="9173"/>
              <a:buChar char="■"/>
              <a:defRPr sz="9173"/>
            </a:lvl9pPr>
          </a:lstStyle>
          <a:p/>
        </p:txBody>
      </p:sp>
      <p:sp>
        <p:nvSpPr>
          <p:cNvPr id="31" name="Google Shape;31;p7"/>
          <p:cNvSpPr txBox="1"/>
          <p:nvPr>
            <p:ph idx="12" type="sldNum"/>
          </p:nvPr>
        </p:nvSpPr>
        <p:spPr>
          <a:xfrm>
            <a:off x="61001696" y="39792783"/>
            <a:ext cx="3950700" cy="3358800"/>
          </a:xfrm>
          <a:prstGeom prst="rect">
            <a:avLst/>
          </a:prstGeom>
        </p:spPr>
        <p:txBody>
          <a:bodyPr anchorCtr="0" anchor="ctr" bIns="698900" lIns="698900" spcFirstLastPara="1" rIns="698900" wrap="square" tIns="698900">
            <a:normAutofit/>
          </a:bodyPr>
          <a:lstStyle>
            <a:lvl1pPr lvl="0">
              <a:buNone/>
              <a:defRPr sz="7644"/>
            </a:lvl1pPr>
            <a:lvl2pPr lvl="1">
              <a:buNone/>
              <a:defRPr sz="7644"/>
            </a:lvl2pPr>
            <a:lvl3pPr lvl="2">
              <a:buNone/>
              <a:defRPr sz="7644"/>
            </a:lvl3pPr>
            <a:lvl4pPr lvl="3">
              <a:buNone/>
              <a:defRPr sz="7644"/>
            </a:lvl4pPr>
            <a:lvl5pPr lvl="4">
              <a:buNone/>
              <a:defRPr sz="7644"/>
            </a:lvl5pPr>
            <a:lvl6pPr lvl="5">
              <a:buNone/>
              <a:defRPr sz="7644"/>
            </a:lvl6pPr>
            <a:lvl7pPr lvl="6">
              <a:buNone/>
              <a:defRPr sz="7644"/>
            </a:lvl7pPr>
            <a:lvl8pPr lvl="7">
              <a:buNone/>
              <a:defRPr sz="7644"/>
            </a:lvl8pPr>
            <a:lvl9pPr lvl="8">
              <a:buNone/>
              <a:defRPr sz="764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3529800" y="3841280"/>
            <a:ext cx="45848100" cy="34908300"/>
          </a:xfrm>
          <a:prstGeom prst="rect">
            <a:avLst/>
          </a:prstGeom>
        </p:spPr>
        <p:txBody>
          <a:bodyPr anchorCtr="0" anchor="ctr" bIns="698900" lIns="698900" spcFirstLastPara="1" rIns="698900" wrap="square" tIns="698900">
            <a:normAutofit/>
          </a:bodyPr>
          <a:lstStyle>
            <a:lvl1pPr lvl="0">
              <a:spcBef>
                <a:spcPts val="0"/>
              </a:spcBef>
              <a:spcAft>
                <a:spcPts val="0"/>
              </a:spcAft>
              <a:buSzPts val="36693"/>
              <a:buNone/>
              <a:defRPr sz="36693"/>
            </a:lvl1pPr>
            <a:lvl2pPr lvl="1">
              <a:spcBef>
                <a:spcPts val="0"/>
              </a:spcBef>
              <a:spcAft>
                <a:spcPts val="0"/>
              </a:spcAft>
              <a:buSzPts val="36693"/>
              <a:buNone/>
              <a:defRPr sz="36693"/>
            </a:lvl2pPr>
            <a:lvl3pPr lvl="2">
              <a:spcBef>
                <a:spcPts val="0"/>
              </a:spcBef>
              <a:spcAft>
                <a:spcPts val="0"/>
              </a:spcAft>
              <a:buSzPts val="36693"/>
              <a:buNone/>
              <a:defRPr sz="36693"/>
            </a:lvl3pPr>
            <a:lvl4pPr lvl="3">
              <a:spcBef>
                <a:spcPts val="0"/>
              </a:spcBef>
              <a:spcAft>
                <a:spcPts val="0"/>
              </a:spcAft>
              <a:buSzPts val="36693"/>
              <a:buNone/>
              <a:defRPr sz="36693"/>
            </a:lvl4pPr>
            <a:lvl5pPr lvl="4">
              <a:spcBef>
                <a:spcPts val="0"/>
              </a:spcBef>
              <a:spcAft>
                <a:spcPts val="0"/>
              </a:spcAft>
              <a:buSzPts val="36693"/>
              <a:buNone/>
              <a:defRPr sz="36693"/>
            </a:lvl5pPr>
            <a:lvl6pPr lvl="5">
              <a:spcBef>
                <a:spcPts val="0"/>
              </a:spcBef>
              <a:spcAft>
                <a:spcPts val="0"/>
              </a:spcAft>
              <a:buSzPts val="36693"/>
              <a:buNone/>
              <a:defRPr sz="36693"/>
            </a:lvl6pPr>
            <a:lvl7pPr lvl="6">
              <a:spcBef>
                <a:spcPts val="0"/>
              </a:spcBef>
              <a:spcAft>
                <a:spcPts val="0"/>
              </a:spcAft>
              <a:buSzPts val="36693"/>
              <a:buNone/>
              <a:defRPr sz="36693"/>
            </a:lvl7pPr>
            <a:lvl8pPr lvl="7">
              <a:spcBef>
                <a:spcPts val="0"/>
              </a:spcBef>
              <a:spcAft>
                <a:spcPts val="0"/>
              </a:spcAft>
              <a:buSzPts val="36693"/>
              <a:buNone/>
              <a:defRPr sz="36693"/>
            </a:lvl8pPr>
            <a:lvl9pPr lvl="8">
              <a:spcBef>
                <a:spcPts val="0"/>
              </a:spcBef>
              <a:spcAft>
                <a:spcPts val="0"/>
              </a:spcAft>
              <a:buSzPts val="36693"/>
              <a:buNone/>
              <a:defRPr sz="36693"/>
            </a:lvl9pPr>
          </a:lstStyle>
          <a:p/>
        </p:txBody>
      </p:sp>
      <p:sp>
        <p:nvSpPr>
          <p:cNvPr id="34" name="Google Shape;34;p8"/>
          <p:cNvSpPr txBox="1"/>
          <p:nvPr>
            <p:ph idx="12" type="sldNum"/>
          </p:nvPr>
        </p:nvSpPr>
        <p:spPr>
          <a:xfrm>
            <a:off x="61001696" y="39792783"/>
            <a:ext cx="3950700" cy="3358800"/>
          </a:xfrm>
          <a:prstGeom prst="rect">
            <a:avLst/>
          </a:prstGeom>
        </p:spPr>
        <p:txBody>
          <a:bodyPr anchorCtr="0" anchor="ctr" bIns="698900" lIns="698900" spcFirstLastPara="1" rIns="698900" wrap="square" tIns="698900">
            <a:normAutofit/>
          </a:bodyPr>
          <a:lstStyle>
            <a:lvl1pPr lvl="0">
              <a:buNone/>
              <a:defRPr sz="7644"/>
            </a:lvl1pPr>
            <a:lvl2pPr lvl="1">
              <a:buNone/>
              <a:defRPr sz="7644"/>
            </a:lvl2pPr>
            <a:lvl3pPr lvl="2">
              <a:buNone/>
              <a:defRPr sz="7644"/>
            </a:lvl3pPr>
            <a:lvl4pPr lvl="3">
              <a:buNone/>
              <a:defRPr sz="7644"/>
            </a:lvl4pPr>
            <a:lvl5pPr lvl="4">
              <a:buNone/>
              <a:defRPr sz="7644"/>
            </a:lvl5pPr>
            <a:lvl6pPr lvl="5">
              <a:buNone/>
              <a:defRPr sz="7644"/>
            </a:lvl6pPr>
            <a:lvl7pPr lvl="6">
              <a:buNone/>
              <a:defRPr sz="7644"/>
            </a:lvl7pPr>
            <a:lvl8pPr lvl="7">
              <a:buNone/>
              <a:defRPr sz="7644"/>
            </a:lvl8pPr>
            <a:lvl9pPr lvl="8">
              <a:buNone/>
              <a:defRPr sz="764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2918400" y="-1067"/>
            <a:ext cx="32918400" cy="43891200"/>
          </a:xfrm>
          <a:prstGeom prst="rect">
            <a:avLst/>
          </a:prstGeom>
          <a:solidFill>
            <a:schemeClr val="lt2"/>
          </a:solidFill>
          <a:ln>
            <a:noFill/>
          </a:ln>
        </p:spPr>
        <p:txBody>
          <a:bodyPr anchorCtr="0" anchor="ctr" bIns="698900" lIns="698900" spcFirstLastPara="1" rIns="698900" wrap="square" tIns="69890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1911600" y="10523093"/>
            <a:ext cx="29125500" cy="12648900"/>
          </a:xfrm>
          <a:prstGeom prst="rect">
            <a:avLst/>
          </a:prstGeom>
        </p:spPr>
        <p:txBody>
          <a:bodyPr anchorCtr="0" anchor="b" bIns="698900" lIns="698900" spcFirstLastPara="1" rIns="698900" wrap="square" tIns="698900">
            <a:normAutofit/>
          </a:bodyPr>
          <a:lstStyle>
            <a:lvl1pPr lvl="0" algn="ctr">
              <a:spcBef>
                <a:spcPts val="0"/>
              </a:spcBef>
              <a:spcAft>
                <a:spcPts val="0"/>
              </a:spcAft>
              <a:buSzPts val="32107"/>
              <a:buNone/>
              <a:defRPr sz="32107"/>
            </a:lvl1pPr>
            <a:lvl2pPr lvl="1" algn="ctr">
              <a:spcBef>
                <a:spcPts val="0"/>
              </a:spcBef>
              <a:spcAft>
                <a:spcPts val="0"/>
              </a:spcAft>
              <a:buSzPts val="32107"/>
              <a:buNone/>
              <a:defRPr sz="32107"/>
            </a:lvl2pPr>
            <a:lvl3pPr lvl="2" algn="ctr">
              <a:spcBef>
                <a:spcPts val="0"/>
              </a:spcBef>
              <a:spcAft>
                <a:spcPts val="0"/>
              </a:spcAft>
              <a:buSzPts val="32107"/>
              <a:buNone/>
              <a:defRPr sz="32107"/>
            </a:lvl3pPr>
            <a:lvl4pPr lvl="3" algn="ctr">
              <a:spcBef>
                <a:spcPts val="0"/>
              </a:spcBef>
              <a:spcAft>
                <a:spcPts val="0"/>
              </a:spcAft>
              <a:buSzPts val="32107"/>
              <a:buNone/>
              <a:defRPr sz="32107"/>
            </a:lvl4pPr>
            <a:lvl5pPr lvl="4" algn="ctr">
              <a:spcBef>
                <a:spcPts val="0"/>
              </a:spcBef>
              <a:spcAft>
                <a:spcPts val="0"/>
              </a:spcAft>
              <a:buSzPts val="32107"/>
              <a:buNone/>
              <a:defRPr sz="32107"/>
            </a:lvl5pPr>
            <a:lvl6pPr lvl="5" algn="ctr">
              <a:spcBef>
                <a:spcPts val="0"/>
              </a:spcBef>
              <a:spcAft>
                <a:spcPts val="0"/>
              </a:spcAft>
              <a:buSzPts val="32107"/>
              <a:buNone/>
              <a:defRPr sz="32107"/>
            </a:lvl6pPr>
            <a:lvl7pPr lvl="6" algn="ctr">
              <a:spcBef>
                <a:spcPts val="0"/>
              </a:spcBef>
              <a:spcAft>
                <a:spcPts val="0"/>
              </a:spcAft>
              <a:buSzPts val="32107"/>
              <a:buNone/>
              <a:defRPr sz="32107"/>
            </a:lvl7pPr>
            <a:lvl8pPr lvl="7" algn="ctr">
              <a:spcBef>
                <a:spcPts val="0"/>
              </a:spcBef>
              <a:spcAft>
                <a:spcPts val="0"/>
              </a:spcAft>
              <a:buSzPts val="32107"/>
              <a:buNone/>
              <a:defRPr sz="32107"/>
            </a:lvl8pPr>
            <a:lvl9pPr lvl="8" algn="ctr">
              <a:spcBef>
                <a:spcPts val="0"/>
              </a:spcBef>
              <a:spcAft>
                <a:spcPts val="0"/>
              </a:spcAft>
              <a:buSzPts val="32107"/>
              <a:buNone/>
              <a:defRPr sz="32107"/>
            </a:lvl9pPr>
          </a:lstStyle>
          <a:p/>
        </p:txBody>
      </p:sp>
      <p:sp>
        <p:nvSpPr>
          <p:cNvPr id="38" name="Google Shape;38;p9"/>
          <p:cNvSpPr txBox="1"/>
          <p:nvPr>
            <p:ph idx="1" type="subTitle"/>
          </p:nvPr>
        </p:nvSpPr>
        <p:spPr>
          <a:xfrm>
            <a:off x="1911600" y="23919573"/>
            <a:ext cx="29125500" cy="10539600"/>
          </a:xfrm>
          <a:prstGeom prst="rect">
            <a:avLst/>
          </a:prstGeom>
        </p:spPr>
        <p:txBody>
          <a:bodyPr anchorCtr="0" anchor="t" bIns="698900" lIns="698900" spcFirstLastPara="1" rIns="698900" wrap="square" tIns="698900">
            <a:normAutofit/>
          </a:bodyPr>
          <a:lstStyle>
            <a:lvl1pPr lvl="0" algn="ctr">
              <a:lnSpc>
                <a:spcPct val="100000"/>
              </a:lnSpc>
              <a:spcBef>
                <a:spcPts val="0"/>
              </a:spcBef>
              <a:spcAft>
                <a:spcPts val="0"/>
              </a:spcAft>
              <a:buSzPts val="16053"/>
              <a:buNone/>
              <a:defRPr sz="16053"/>
            </a:lvl1pPr>
            <a:lvl2pPr lvl="1" algn="ctr">
              <a:lnSpc>
                <a:spcPct val="100000"/>
              </a:lnSpc>
              <a:spcBef>
                <a:spcPts val="0"/>
              </a:spcBef>
              <a:spcAft>
                <a:spcPts val="0"/>
              </a:spcAft>
              <a:buSzPts val="16053"/>
              <a:buNone/>
              <a:defRPr sz="16053"/>
            </a:lvl2pPr>
            <a:lvl3pPr lvl="2" algn="ctr">
              <a:lnSpc>
                <a:spcPct val="100000"/>
              </a:lnSpc>
              <a:spcBef>
                <a:spcPts val="0"/>
              </a:spcBef>
              <a:spcAft>
                <a:spcPts val="0"/>
              </a:spcAft>
              <a:buSzPts val="16053"/>
              <a:buNone/>
              <a:defRPr sz="16053"/>
            </a:lvl3pPr>
            <a:lvl4pPr lvl="3" algn="ctr">
              <a:lnSpc>
                <a:spcPct val="100000"/>
              </a:lnSpc>
              <a:spcBef>
                <a:spcPts val="0"/>
              </a:spcBef>
              <a:spcAft>
                <a:spcPts val="0"/>
              </a:spcAft>
              <a:buSzPts val="16053"/>
              <a:buNone/>
              <a:defRPr sz="16053"/>
            </a:lvl4pPr>
            <a:lvl5pPr lvl="4" algn="ctr">
              <a:lnSpc>
                <a:spcPct val="100000"/>
              </a:lnSpc>
              <a:spcBef>
                <a:spcPts val="0"/>
              </a:spcBef>
              <a:spcAft>
                <a:spcPts val="0"/>
              </a:spcAft>
              <a:buSzPts val="16053"/>
              <a:buNone/>
              <a:defRPr sz="16053"/>
            </a:lvl5pPr>
            <a:lvl6pPr lvl="5" algn="ctr">
              <a:lnSpc>
                <a:spcPct val="100000"/>
              </a:lnSpc>
              <a:spcBef>
                <a:spcPts val="0"/>
              </a:spcBef>
              <a:spcAft>
                <a:spcPts val="0"/>
              </a:spcAft>
              <a:buSzPts val="16053"/>
              <a:buNone/>
              <a:defRPr sz="16053"/>
            </a:lvl6pPr>
            <a:lvl7pPr lvl="6" algn="ctr">
              <a:lnSpc>
                <a:spcPct val="100000"/>
              </a:lnSpc>
              <a:spcBef>
                <a:spcPts val="0"/>
              </a:spcBef>
              <a:spcAft>
                <a:spcPts val="0"/>
              </a:spcAft>
              <a:buSzPts val="16053"/>
              <a:buNone/>
              <a:defRPr sz="16053"/>
            </a:lvl7pPr>
            <a:lvl8pPr lvl="7" algn="ctr">
              <a:lnSpc>
                <a:spcPct val="100000"/>
              </a:lnSpc>
              <a:spcBef>
                <a:spcPts val="0"/>
              </a:spcBef>
              <a:spcAft>
                <a:spcPts val="0"/>
              </a:spcAft>
              <a:buSzPts val="16053"/>
              <a:buNone/>
              <a:defRPr sz="16053"/>
            </a:lvl8pPr>
            <a:lvl9pPr lvl="8" algn="ctr">
              <a:lnSpc>
                <a:spcPct val="100000"/>
              </a:lnSpc>
              <a:spcBef>
                <a:spcPts val="0"/>
              </a:spcBef>
              <a:spcAft>
                <a:spcPts val="0"/>
              </a:spcAft>
              <a:buSzPts val="16053"/>
              <a:buNone/>
              <a:defRPr sz="16053"/>
            </a:lvl9pPr>
          </a:lstStyle>
          <a:p/>
        </p:txBody>
      </p:sp>
      <p:sp>
        <p:nvSpPr>
          <p:cNvPr id="39" name="Google Shape;39;p9"/>
          <p:cNvSpPr txBox="1"/>
          <p:nvPr>
            <p:ph idx="2" type="body"/>
          </p:nvPr>
        </p:nvSpPr>
        <p:spPr>
          <a:xfrm>
            <a:off x="35564400" y="6178773"/>
            <a:ext cx="27626400" cy="31531500"/>
          </a:xfrm>
          <a:prstGeom prst="rect">
            <a:avLst/>
          </a:prstGeom>
        </p:spPr>
        <p:txBody>
          <a:bodyPr anchorCtr="0" anchor="ctr" bIns="698900" lIns="698900" spcFirstLastPara="1" rIns="698900" wrap="square" tIns="698900">
            <a:normAutofit/>
          </a:bodyPr>
          <a:lstStyle>
            <a:lvl1pPr indent="-1102360" lvl="0" marL="457200">
              <a:spcBef>
                <a:spcPts val="0"/>
              </a:spcBef>
              <a:spcAft>
                <a:spcPts val="0"/>
              </a:spcAft>
              <a:buSzPts val="13760"/>
              <a:buChar char="●"/>
              <a:defRPr sz="13760"/>
            </a:lvl1pPr>
            <a:lvl2pPr indent="-908191" lvl="1" marL="914400">
              <a:spcBef>
                <a:spcPts val="0"/>
              </a:spcBef>
              <a:spcAft>
                <a:spcPts val="0"/>
              </a:spcAft>
              <a:buSzPts val="10702"/>
              <a:buChar char="○"/>
              <a:defRPr sz="10702"/>
            </a:lvl2pPr>
            <a:lvl3pPr indent="-908191" lvl="2" marL="1371600">
              <a:spcBef>
                <a:spcPts val="0"/>
              </a:spcBef>
              <a:spcAft>
                <a:spcPts val="0"/>
              </a:spcAft>
              <a:buSzPts val="10702"/>
              <a:buChar char="■"/>
              <a:defRPr sz="10702"/>
            </a:lvl3pPr>
            <a:lvl4pPr indent="-908191" lvl="3" marL="1828800">
              <a:spcBef>
                <a:spcPts val="0"/>
              </a:spcBef>
              <a:spcAft>
                <a:spcPts val="0"/>
              </a:spcAft>
              <a:buSzPts val="10702"/>
              <a:buChar char="●"/>
              <a:defRPr sz="10702"/>
            </a:lvl4pPr>
            <a:lvl5pPr indent="-908191" lvl="4" marL="2286000">
              <a:spcBef>
                <a:spcPts val="0"/>
              </a:spcBef>
              <a:spcAft>
                <a:spcPts val="0"/>
              </a:spcAft>
              <a:buSzPts val="10702"/>
              <a:buChar char="○"/>
              <a:defRPr sz="10702"/>
            </a:lvl5pPr>
            <a:lvl6pPr indent="-908191" lvl="5" marL="2743200">
              <a:spcBef>
                <a:spcPts val="0"/>
              </a:spcBef>
              <a:spcAft>
                <a:spcPts val="0"/>
              </a:spcAft>
              <a:buSzPts val="10702"/>
              <a:buChar char="■"/>
              <a:defRPr sz="10702"/>
            </a:lvl6pPr>
            <a:lvl7pPr indent="-908191" lvl="6" marL="3200400">
              <a:spcBef>
                <a:spcPts val="0"/>
              </a:spcBef>
              <a:spcAft>
                <a:spcPts val="0"/>
              </a:spcAft>
              <a:buSzPts val="10702"/>
              <a:buChar char="●"/>
              <a:defRPr sz="10702"/>
            </a:lvl7pPr>
            <a:lvl8pPr indent="-908191" lvl="7" marL="3657600">
              <a:spcBef>
                <a:spcPts val="0"/>
              </a:spcBef>
              <a:spcAft>
                <a:spcPts val="0"/>
              </a:spcAft>
              <a:buSzPts val="10702"/>
              <a:buChar char="○"/>
              <a:defRPr sz="10702"/>
            </a:lvl8pPr>
            <a:lvl9pPr indent="-908191" lvl="8" marL="4114800">
              <a:spcBef>
                <a:spcPts val="0"/>
              </a:spcBef>
              <a:spcAft>
                <a:spcPts val="0"/>
              </a:spcAft>
              <a:buSzPts val="10702"/>
              <a:buChar char="■"/>
              <a:defRPr sz="10702"/>
            </a:lvl9pPr>
          </a:lstStyle>
          <a:p/>
        </p:txBody>
      </p:sp>
      <p:sp>
        <p:nvSpPr>
          <p:cNvPr id="40" name="Google Shape;40;p9"/>
          <p:cNvSpPr txBox="1"/>
          <p:nvPr>
            <p:ph idx="12" type="sldNum"/>
          </p:nvPr>
        </p:nvSpPr>
        <p:spPr>
          <a:xfrm>
            <a:off x="61001696" y="39792783"/>
            <a:ext cx="3950700" cy="3358800"/>
          </a:xfrm>
          <a:prstGeom prst="rect">
            <a:avLst/>
          </a:prstGeom>
        </p:spPr>
        <p:txBody>
          <a:bodyPr anchorCtr="0" anchor="ctr" bIns="698900" lIns="698900" spcFirstLastPara="1" rIns="698900" wrap="square" tIns="698900">
            <a:normAutofit/>
          </a:bodyPr>
          <a:lstStyle>
            <a:lvl1pPr lvl="0">
              <a:buNone/>
              <a:defRPr sz="7644"/>
            </a:lvl1pPr>
            <a:lvl2pPr lvl="1">
              <a:buNone/>
              <a:defRPr sz="7644"/>
            </a:lvl2pPr>
            <a:lvl3pPr lvl="2">
              <a:buNone/>
              <a:defRPr sz="7644"/>
            </a:lvl3pPr>
            <a:lvl4pPr lvl="3">
              <a:buNone/>
              <a:defRPr sz="7644"/>
            </a:lvl4pPr>
            <a:lvl5pPr lvl="4">
              <a:buNone/>
              <a:defRPr sz="7644"/>
            </a:lvl5pPr>
            <a:lvl6pPr lvl="5">
              <a:buNone/>
              <a:defRPr sz="7644"/>
            </a:lvl6pPr>
            <a:lvl7pPr lvl="6">
              <a:buNone/>
              <a:defRPr sz="7644"/>
            </a:lvl7pPr>
            <a:lvl8pPr lvl="7">
              <a:buNone/>
              <a:defRPr sz="7644"/>
            </a:lvl8pPr>
            <a:lvl9pPr lvl="8">
              <a:buNone/>
              <a:defRPr sz="764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244240" y="36100907"/>
            <a:ext cx="43191300" cy="5163600"/>
          </a:xfrm>
          <a:prstGeom prst="rect">
            <a:avLst/>
          </a:prstGeom>
        </p:spPr>
        <p:txBody>
          <a:bodyPr anchorCtr="0" anchor="ctr" bIns="698900" lIns="698900" spcFirstLastPara="1" rIns="698900" wrap="square" tIns="698900">
            <a:normAutofit/>
          </a:bodyPr>
          <a:lstStyle>
            <a:lvl1pPr indent="-228600" lvl="0" marL="457200">
              <a:lnSpc>
                <a:spcPct val="100000"/>
              </a:lnSpc>
              <a:spcBef>
                <a:spcPts val="0"/>
              </a:spcBef>
              <a:spcAft>
                <a:spcPts val="0"/>
              </a:spcAft>
              <a:buSzPts val="13760"/>
              <a:buNone/>
              <a:defRPr sz="13760"/>
            </a:lvl1pPr>
          </a:lstStyle>
          <a:p/>
        </p:txBody>
      </p:sp>
      <p:sp>
        <p:nvSpPr>
          <p:cNvPr id="43" name="Google Shape;43;p10"/>
          <p:cNvSpPr txBox="1"/>
          <p:nvPr>
            <p:ph idx="12" type="sldNum"/>
          </p:nvPr>
        </p:nvSpPr>
        <p:spPr>
          <a:xfrm>
            <a:off x="61001696" y="39792783"/>
            <a:ext cx="3950700" cy="3358800"/>
          </a:xfrm>
          <a:prstGeom prst="rect">
            <a:avLst/>
          </a:prstGeom>
        </p:spPr>
        <p:txBody>
          <a:bodyPr anchorCtr="0" anchor="ctr" bIns="698900" lIns="698900" spcFirstLastPara="1" rIns="698900" wrap="square" tIns="698900">
            <a:normAutofit/>
          </a:bodyPr>
          <a:lstStyle>
            <a:lvl1pPr lvl="0">
              <a:buNone/>
              <a:defRPr sz="7644"/>
            </a:lvl1pPr>
            <a:lvl2pPr lvl="1">
              <a:buNone/>
              <a:defRPr sz="7644"/>
            </a:lvl2pPr>
            <a:lvl3pPr lvl="2">
              <a:buNone/>
              <a:defRPr sz="7644"/>
            </a:lvl3pPr>
            <a:lvl4pPr lvl="3">
              <a:buNone/>
              <a:defRPr sz="7644"/>
            </a:lvl4pPr>
            <a:lvl5pPr lvl="4">
              <a:buNone/>
              <a:defRPr sz="7644"/>
            </a:lvl5pPr>
            <a:lvl6pPr lvl="5">
              <a:buNone/>
              <a:defRPr sz="7644"/>
            </a:lvl6pPr>
            <a:lvl7pPr lvl="6">
              <a:buNone/>
              <a:defRPr sz="7644"/>
            </a:lvl7pPr>
            <a:lvl8pPr lvl="7">
              <a:buNone/>
              <a:defRPr sz="7644"/>
            </a:lvl8pPr>
            <a:lvl9pPr lvl="8">
              <a:buNone/>
              <a:defRPr sz="764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244240" y="9438933"/>
            <a:ext cx="61348200" cy="16755300"/>
          </a:xfrm>
          <a:prstGeom prst="rect">
            <a:avLst/>
          </a:prstGeom>
        </p:spPr>
        <p:txBody>
          <a:bodyPr anchorCtr="0" anchor="b" bIns="698900" lIns="698900" spcFirstLastPara="1" rIns="698900" wrap="square" tIns="698900">
            <a:normAutofit/>
          </a:bodyPr>
          <a:lstStyle>
            <a:lvl1pPr lvl="0" algn="ctr">
              <a:spcBef>
                <a:spcPts val="0"/>
              </a:spcBef>
              <a:spcAft>
                <a:spcPts val="0"/>
              </a:spcAft>
              <a:buSzPts val="91733"/>
              <a:buNone/>
              <a:defRPr sz="91733"/>
            </a:lvl1pPr>
            <a:lvl2pPr lvl="1" algn="ctr">
              <a:spcBef>
                <a:spcPts val="0"/>
              </a:spcBef>
              <a:spcAft>
                <a:spcPts val="0"/>
              </a:spcAft>
              <a:buSzPts val="91733"/>
              <a:buNone/>
              <a:defRPr sz="91733"/>
            </a:lvl2pPr>
            <a:lvl3pPr lvl="2" algn="ctr">
              <a:spcBef>
                <a:spcPts val="0"/>
              </a:spcBef>
              <a:spcAft>
                <a:spcPts val="0"/>
              </a:spcAft>
              <a:buSzPts val="91733"/>
              <a:buNone/>
              <a:defRPr sz="91733"/>
            </a:lvl3pPr>
            <a:lvl4pPr lvl="3" algn="ctr">
              <a:spcBef>
                <a:spcPts val="0"/>
              </a:spcBef>
              <a:spcAft>
                <a:spcPts val="0"/>
              </a:spcAft>
              <a:buSzPts val="91733"/>
              <a:buNone/>
              <a:defRPr sz="91733"/>
            </a:lvl4pPr>
            <a:lvl5pPr lvl="4" algn="ctr">
              <a:spcBef>
                <a:spcPts val="0"/>
              </a:spcBef>
              <a:spcAft>
                <a:spcPts val="0"/>
              </a:spcAft>
              <a:buSzPts val="91733"/>
              <a:buNone/>
              <a:defRPr sz="91733"/>
            </a:lvl5pPr>
            <a:lvl6pPr lvl="5" algn="ctr">
              <a:spcBef>
                <a:spcPts val="0"/>
              </a:spcBef>
              <a:spcAft>
                <a:spcPts val="0"/>
              </a:spcAft>
              <a:buSzPts val="91733"/>
              <a:buNone/>
              <a:defRPr sz="91733"/>
            </a:lvl6pPr>
            <a:lvl7pPr lvl="6" algn="ctr">
              <a:spcBef>
                <a:spcPts val="0"/>
              </a:spcBef>
              <a:spcAft>
                <a:spcPts val="0"/>
              </a:spcAft>
              <a:buSzPts val="91733"/>
              <a:buNone/>
              <a:defRPr sz="91733"/>
            </a:lvl7pPr>
            <a:lvl8pPr lvl="7" algn="ctr">
              <a:spcBef>
                <a:spcPts val="0"/>
              </a:spcBef>
              <a:spcAft>
                <a:spcPts val="0"/>
              </a:spcAft>
              <a:buSzPts val="91733"/>
              <a:buNone/>
              <a:defRPr sz="91733"/>
            </a:lvl8pPr>
            <a:lvl9pPr lvl="8" algn="ctr">
              <a:spcBef>
                <a:spcPts val="0"/>
              </a:spcBef>
              <a:spcAft>
                <a:spcPts val="0"/>
              </a:spcAft>
              <a:buSzPts val="91733"/>
              <a:buNone/>
              <a:defRPr sz="91733"/>
            </a:lvl9pPr>
          </a:lstStyle>
          <a:p>
            <a:r>
              <a:t>xx%</a:t>
            </a:r>
          </a:p>
        </p:txBody>
      </p:sp>
      <p:sp>
        <p:nvSpPr>
          <p:cNvPr id="46" name="Google Shape;46;p11"/>
          <p:cNvSpPr txBox="1"/>
          <p:nvPr>
            <p:ph idx="1" type="body"/>
          </p:nvPr>
        </p:nvSpPr>
        <p:spPr>
          <a:xfrm>
            <a:off x="2244240" y="26898987"/>
            <a:ext cx="61348200" cy="11100300"/>
          </a:xfrm>
          <a:prstGeom prst="rect">
            <a:avLst/>
          </a:prstGeom>
        </p:spPr>
        <p:txBody>
          <a:bodyPr anchorCtr="0" anchor="t" bIns="698900" lIns="698900" spcFirstLastPara="1" rIns="698900" wrap="square" tIns="698900">
            <a:normAutofit/>
          </a:bodyPr>
          <a:lstStyle>
            <a:lvl1pPr indent="-1102360" lvl="0" marL="457200" algn="ctr">
              <a:spcBef>
                <a:spcPts val="0"/>
              </a:spcBef>
              <a:spcAft>
                <a:spcPts val="0"/>
              </a:spcAft>
              <a:buSzPts val="13760"/>
              <a:buChar char="●"/>
              <a:defRPr sz="13760"/>
            </a:lvl1pPr>
            <a:lvl2pPr indent="-908191" lvl="1" marL="914400" algn="ctr">
              <a:spcBef>
                <a:spcPts val="0"/>
              </a:spcBef>
              <a:spcAft>
                <a:spcPts val="0"/>
              </a:spcAft>
              <a:buSzPts val="10702"/>
              <a:buChar char="○"/>
              <a:defRPr sz="10702"/>
            </a:lvl2pPr>
            <a:lvl3pPr indent="-908191" lvl="2" marL="1371600" algn="ctr">
              <a:spcBef>
                <a:spcPts val="0"/>
              </a:spcBef>
              <a:spcAft>
                <a:spcPts val="0"/>
              </a:spcAft>
              <a:buSzPts val="10702"/>
              <a:buChar char="■"/>
              <a:defRPr sz="10702"/>
            </a:lvl3pPr>
            <a:lvl4pPr indent="-908191" lvl="3" marL="1828800" algn="ctr">
              <a:spcBef>
                <a:spcPts val="0"/>
              </a:spcBef>
              <a:spcAft>
                <a:spcPts val="0"/>
              </a:spcAft>
              <a:buSzPts val="10702"/>
              <a:buChar char="●"/>
              <a:defRPr sz="10702"/>
            </a:lvl4pPr>
            <a:lvl5pPr indent="-908191" lvl="4" marL="2286000" algn="ctr">
              <a:spcBef>
                <a:spcPts val="0"/>
              </a:spcBef>
              <a:spcAft>
                <a:spcPts val="0"/>
              </a:spcAft>
              <a:buSzPts val="10702"/>
              <a:buChar char="○"/>
              <a:defRPr sz="10702"/>
            </a:lvl5pPr>
            <a:lvl6pPr indent="-908191" lvl="5" marL="2743200" algn="ctr">
              <a:spcBef>
                <a:spcPts val="0"/>
              </a:spcBef>
              <a:spcAft>
                <a:spcPts val="0"/>
              </a:spcAft>
              <a:buSzPts val="10702"/>
              <a:buChar char="■"/>
              <a:defRPr sz="10702"/>
            </a:lvl6pPr>
            <a:lvl7pPr indent="-908191" lvl="6" marL="3200400" algn="ctr">
              <a:spcBef>
                <a:spcPts val="0"/>
              </a:spcBef>
              <a:spcAft>
                <a:spcPts val="0"/>
              </a:spcAft>
              <a:buSzPts val="10702"/>
              <a:buChar char="●"/>
              <a:defRPr sz="10702"/>
            </a:lvl7pPr>
            <a:lvl8pPr indent="-908191" lvl="7" marL="3657600" algn="ctr">
              <a:spcBef>
                <a:spcPts val="0"/>
              </a:spcBef>
              <a:spcAft>
                <a:spcPts val="0"/>
              </a:spcAft>
              <a:buSzPts val="10702"/>
              <a:buChar char="○"/>
              <a:defRPr sz="10702"/>
            </a:lvl8pPr>
            <a:lvl9pPr indent="-908191" lvl="8" marL="4114800" algn="ctr">
              <a:spcBef>
                <a:spcPts val="0"/>
              </a:spcBef>
              <a:spcAft>
                <a:spcPts val="0"/>
              </a:spcAft>
              <a:buSzPts val="10702"/>
              <a:buChar char="■"/>
              <a:defRPr sz="10702"/>
            </a:lvl9pPr>
          </a:lstStyle>
          <a:p/>
        </p:txBody>
      </p:sp>
      <p:sp>
        <p:nvSpPr>
          <p:cNvPr id="47" name="Google Shape;47;p11"/>
          <p:cNvSpPr txBox="1"/>
          <p:nvPr>
            <p:ph idx="12" type="sldNum"/>
          </p:nvPr>
        </p:nvSpPr>
        <p:spPr>
          <a:xfrm>
            <a:off x="61001696" y="39792783"/>
            <a:ext cx="3950700" cy="3358800"/>
          </a:xfrm>
          <a:prstGeom prst="rect">
            <a:avLst/>
          </a:prstGeom>
        </p:spPr>
        <p:txBody>
          <a:bodyPr anchorCtr="0" anchor="ctr" bIns="698900" lIns="698900" spcFirstLastPara="1" rIns="698900" wrap="square" tIns="698900">
            <a:normAutofit/>
          </a:bodyPr>
          <a:lstStyle>
            <a:lvl1pPr lvl="0">
              <a:buNone/>
              <a:defRPr sz="7644"/>
            </a:lvl1pPr>
            <a:lvl2pPr lvl="1">
              <a:buNone/>
              <a:defRPr sz="7644"/>
            </a:lvl2pPr>
            <a:lvl3pPr lvl="2">
              <a:buNone/>
              <a:defRPr sz="7644"/>
            </a:lvl3pPr>
            <a:lvl4pPr lvl="3">
              <a:buNone/>
              <a:defRPr sz="7644"/>
            </a:lvl4pPr>
            <a:lvl5pPr lvl="4">
              <a:buNone/>
              <a:defRPr sz="7644"/>
            </a:lvl5pPr>
            <a:lvl6pPr lvl="5">
              <a:buNone/>
              <a:defRPr sz="7644"/>
            </a:lvl6pPr>
            <a:lvl7pPr lvl="6">
              <a:buNone/>
              <a:defRPr sz="7644"/>
            </a:lvl7pPr>
            <a:lvl8pPr lvl="7">
              <a:buNone/>
              <a:defRPr sz="7644"/>
            </a:lvl8pPr>
            <a:lvl9pPr lvl="8">
              <a:buNone/>
              <a:defRPr sz="764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61001696" y="39792783"/>
            <a:ext cx="3950700" cy="3358800"/>
          </a:xfrm>
          <a:prstGeom prst="rect">
            <a:avLst/>
          </a:prstGeom>
        </p:spPr>
        <p:txBody>
          <a:bodyPr anchorCtr="0" anchor="ctr" bIns="698900" lIns="698900" spcFirstLastPara="1" rIns="698900" wrap="square" tIns="698900">
            <a:normAutofit/>
          </a:bodyPr>
          <a:lstStyle>
            <a:lvl1pPr lvl="0">
              <a:buNone/>
              <a:defRPr sz="7644"/>
            </a:lvl1pPr>
            <a:lvl2pPr lvl="1">
              <a:buNone/>
              <a:defRPr sz="7644"/>
            </a:lvl2pPr>
            <a:lvl3pPr lvl="2">
              <a:buNone/>
              <a:defRPr sz="7644"/>
            </a:lvl3pPr>
            <a:lvl4pPr lvl="3">
              <a:buNone/>
              <a:defRPr sz="7644"/>
            </a:lvl4pPr>
            <a:lvl5pPr lvl="4">
              <a:buNone/>
              <a:defRPr sz="7644"/>
            </a:lvl5pPr>
            <a:lvl6pPr lvl="5">
              <a:buNone/>
              <a:defRPr sz="7644"/>
            </a:lvl6pPr>
            <a:lvl7pPr lvl="6">
              <a:buNone/>
              <a:defRPr sz="7644"/>
            </a:lvl7pPr>
            <a:lvl8pPr lvl="7">
              <a:buNone/>
              <a:defRPr sz="7644"/>
            </a:lvl8pPr>
            <a:lvl9pPr lvl="8">
              <a:buNone/>
              <a:defRPr sz="764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50" name="Shape 50"/>
        <p:cNvGrpSpPr/>
        <p:nvPr/>
      </p:nvGrpSpPr>
      <p:grpSpPr>
        <a:xfrm>
          <a:off x="0" y="0"/>
          <a:ext cx="0" cy="0"/>
          <a:chOff x="0" y="0"/>
          <a:chExt cx="0" cy="0"/>
        </a:xfrm>
      </p:grpSpPr>
      <p:sp>
        <p:nvSpPr>
          <p:cNvPr id="51" name="Google Shape;51;p13"/>
          <p:cNvSpPr/>
          <p:nvPr/>
        </p:nvSpPr>
        <p:spPr>
          <a:xfrm>
            <a:off x="65151000" y="0"/>
            <a:ext cx="685800" cy="43891200"/>
          </a:xfrm>
          <a:prstGeom prst="rect">
            <a:avLst/>
          </a:prstGeom>
          <a:solidFill>
            <a:srgbClr val="D3D8AB"/>
          </a:solidFill>
          <a:ln>
            <a:noFill/>
          </a:ln>
        </p:spPr>
        <p:txBody>
          <a:bodyPr anchorCtr="0" anchor="ctr" bIns="47725" lIns="95475" spcFirstLastPara="1" rIns="95475" wrap="square" tIns="47725">
            <a:noAutofit/>
          </a:bodyPr>
          <a:lstStyle/>
          <a:p>
            <a:pPr indent="0" lvl="0" marL="0" marR="0" rtl="0" algn="ctr">
              <a:spcBef>
                <a:spcPts val="0"/>
              </a:spcBef>
              <a:spcAft>
                <a:spcPts val="0"/>
              </a:spcAft>
              <a:buNone/>
            </a:pPr>
            <a:r>
              <a:t/>
            </a:r>
            <a:endParaRPr b="0" i="0" sz="2900" u="none" cap="none" strike="noStrike">
              <a:solidFill>
                <a:schemeClr val="lt1"/>
              </a:solidFill>
              <a:latin typeface="Twentieth Century"/>
              <a:ea typeface="Twentieth Century"/>
              <a:cs typeface="Twentieth Century"/>
              <a:sym typeface="Twentieth Century"/>
            </a:endParaRPr>
          </a:p>
        </p:txBody>
      </p:sp>
      <p:sp>
        <p:nvSpPr>
          <p:cNvPr id="52" name="Google Shape;52;p13"/>
          <p:cNvSpPr/>
          <p:nvPr/>
        </p:nvSpPr>
        <p:spPr>
          <a:xfrm>
            <a:off x="0" y="0"/>
            <a:ext cx="685800" cy="43891200"/>
          </a:xfrm>
          <a:prstGeom prst="rect">
            <a:avLst/>
          </a:prstGeom>
          <a:solidFill>
            <a:srgbClr val="D3D8AB"/>
          </a:solidFill>
          <a:ln>
            <a:noFill/>
          </a:ln>
        </p:spPr>
        <p:txBody>
          <a:bodyPr anchorCtr="0" anchor="ctr" bIns="47725" lIns="95475" spcFirstLastPara="1" rIns="95475" wrap="square" tIns="47725">
            <a:noAutofit/>
          </a:bodyPr>
          <a:lstStyle/>
          <a:p>
            <a:pPr indent="0" lvl="0" marL="0" marR="0" rtl="0" algn="ctr">
              <a:spcBef>
                <a:spcPts val="0"/>
              </a:spcBef>
              <a:spcAft>
                <a:spcPts val="0"/>
              </a:spcAft>
              <a:buNone/>
            </a:pPr>
            <a:r>
              <a:t/>
            </a:r>
            <a:endParaRPr b="0" i="0" sz="2900" u="none" cap="none" strike="noStrike">
              <a:solidFill>
                <a:schemeClr val="lt1"/>
              </a:solidFill>
              <a:latin typeface="Twentieth Century"/>
              <a:ea typeface="Twentieth Century"/>
              <a:cs typeface="Twentieth Century"/>
              <a:sym typeface="Twentieth Century"/>
            </a:endParaRPr>
          </a:p>
        </p:txBody>
      </p:sp>
      <p:sp>
        <p:nvSpPr>
          <p:cNvPr id="53" name="Google Shape;53;p13"/>
          <p:cNvSpPr/>
          <p:nvPr/>
        </p:nvSpPr>
        <p:spPr>
          <a:xfrm>
            <a:off x="0" y="0"/>
            <a:ext cx="65836800" cy="5486400"/>
          </a:xfrm>
          <a:prstGeom prst="rect">
            <a:avLst/>
          </a:prstGeom>
          <a:solidFill>
            <a:srgbClr val="729DD3"/>
          </a:solidFill>
          <a:ln>
            <a:noFill/>
          </a:ln>
        </p:spPr>
        <p:txBody>
          <a:bodyPr anchorCtr="0" anchor="ctr" bIns="47725" lIns="95475" spcFirstLastPara="1" rIns="95475" wrap="square" tIns="47725">
            <a:noAutofit/>
          </a:bodyPr>
          <a:lstStyle/>
          <a:p>
            <a:pPr indent="0" lvl="0" marL="0" marR="0" rtl="0" algn="ctr">
              <a:spcBef>
                <a:spcPts val="0"/>
              </a:spcBef>
              <a:spcAft>
                <a:spcPts val="0"/>
              </a:spcAft>
              <a:buNone/>
            </a:pPr>
            <a:r>
              <a:t/>
            </a:r>
            <a:endParaRPr b="0" i="0" sz="2900" u="none" cap="none" strike="noStrike">
              <a:solidFill>
                <a:schemeClr val="lt1"/>
              </a:solidFill>
              <a:latin typeface="Twentieth Century"/>
              <a:ea typeface="Twentieth Century"/>
              <a:cs typeface="Twentieth Century"/>
              <a:sym typeface="Twentieth Century"/>
            </a:endParaRPr>
          </a:p>
        </p:txBody>
      </p:sp>
      <p:sp>
        <p:nvSpPr>
          <p:cNvPr id="54" name="Google Shape;54;p13"/>
          <p:cNvSpPr/>
          <p:nvPr/>
        </p:nvSpPr>
        <p:spPr>
          <a:xfrm>
            <a:off x="0" y="38404800"/>
            <a:ext cx="65836800" cy="5486400"/>
          </a:xfrm>
          <a:prstGeom prst="rect">
            <a:avLst/>
          </a:prstGeom>
          <a:solidFill>
            <a:srgbClr val="E7EEF7"/>
          </a:solidFill>
          <a:ln>
            <a:noFill/>
          </a:ln>
        </p:spPr>
        <p:txBody>
          <a:bodyPr anchorCtr="0" anchor="ctr" bIns="47725" lIns="95475" spcFirstLastPara="1" rIns="95475" wrap="square" tIns="47725">
            <a:noAutofit/>
          </a:bodyPr>
          <a:lstStyle/>
          <a:p>
            <a:pPr indent="0" lvl="0" marL="0" marR="0" rtl="0" algn="ctr">
              <a:spcBef>
                <a:spcPts val="0"/>
              </a:spcBef>
              <a:spcAft>
                <a:spcPts val="0"/>
              </a:spcAft>
              <a:buNone/>
            </a:pPr>
            <a:r>
              <a:t/>
            </a:r>
            <a:endParaRPr b="0" i="0" sz="2900" u="none" cap="none" strike="noStrike">
              <a:solidFill>
                <a:schemeClr val="lt1"/>
              </a:solidFill>
              <a:latin typeface="Twentieth Century"/>
              <a:ea typeface="Twentieth Century"/>
              <a:cs typeface="Twentieth Century"/>
              <a:sym typeface="Twentieth Century"/>
            </a:endParaRPr>
          </a:p>
        </p:txBody>
      </p:sp>
      <p:sp>
        <p:nvSpPr>
          <p:cNvPr id="55" name="Google Shape;55;p13"/>
          <p:cNvSpPr/>
          <p:nvPr/>
        </p:nvSpPr>
        <p:spPr>
          <a:xfrm>
            <a:off x="-11247120" y="0"/>
            <a:ext cx="10424400" cy="43891200"/>
          </a:xfrm>
          <a:prstGeom prst="rect">
            <a:avLst/>
          </a:prstGeom>
          <a:solidFill>
            <a:srgbClr val="D8D8D8"/>
          </a:solidFill>
          <a:ln>
            <a:noFill/>
          </a:ln>
        </p:spPr>
        <p:txBody>
          <a:bodyPr anchorCtr="0" anchor="t" bIns="238675" lIns="238675" spcFirstLastPara="1" rIns="238675" wrap="square" tIns="238675">
            <a:noAutofit/>
          </a:bodyPr>
          <a:lstStyle/>
          <a:p>
            <a:pPr indent="0" lvl="0" marL="0" marR="0" rtl="0" algn="l">
              <a:spcBef>
                <a:spcPts val="0"/>
              </a:spcBef>
              <a:spcAft>
                <a:spcPts val="0"/>
              </a:spcAft>
              <a:buNone/>
            </a:pPr>
            <a:r>
              <a:rPr b="0" i="0" lang="en" sz="8800" u="none" cap="none" strike="noStrike">
                <a:solidFill>
                  <a:srgbClr val="7F7F7F"/>
                </a:solidFill>
                <a:latin typeface="Calibri"/>
                <a:ea typeface="Calibri"/>
                <a:cs typeface="Calibri"/>
                <a:sym typeface="Calibri"/>
              </a:rPr>
              <a:t>Poster Print Size:</a:t>
            </a:r>
            <a:endParaRPr b="0" i="0" sz="8800" u="none" cap="none" strike="noStrike">
              <a:solidFill>
                <a:srgbClr val="7F7F7F"/>
              </a:solidFill>
              <a:latin typeface="Calibri"/>
              <a:ea typeface="Calibri"/>
              <a:cs typeface="Calibri"/>
              <a:sym typeface="Calibri"/>
            </a:endParaRPr>
          </a:p>
          <a:p>
            <a:pPr indent="0" lvl="0" marL="0" marR="0" rtl="0" algn="l">
              <a:spcBef>
                <a:spcPts val="2500"/>
              </a:spcBef>
              <a:spcAft>
                <a:spcPts val="0"/>
              </a:spcAft>
              <a:buNone/>
            </a:pPr>
            <a:r>
              <a:rPr b="0" i="0" lang="en" sz="5200" u="none" cap="none" strike="noStrike">
                <a:solidFill>
                  <a:srgbClr val="7F7F7F"/>
                </a:solidFill>
                <a:latin typeface="Twentieth Century"/>
                <a:ea typeface="Twentieth Century"/>
                <a:cs typeface="Twentieth Century"/>
                <a:sym typeface="Twentieth Century"/>
              </a:rPr>
              <a:t>This poster template is 24” high by 48” wide . It can be used to print any poster with a 1:2 aspect ratio including 30x60, 36x72, 42x84, and 48x96. </a:t>
            </a:r>
            <a:endParaRPr sz="2400"/>
          </a:p>
          <a:p>
            <a:pPr indent="0" lvl="0" marL="0" marR="0" rtl="0" algn="l">
              <a:spcBef>
                <a:spcPts val="2500"/>
              </a:spcBef>
              <a:spcAft>
                <a:spcPts val="0"/>
              </a:spcAft>
              <a:buNone/>
            </a:pPr>
            <a:r>
              <a:rPr b="0" i="0" lang="en" sz="8800" u="none" cap="none" strike="noStrike">
                <a:solidFill>
                  <a:srgbClr val="7F7F7F"/>
                </a:solidFill>
                <a:latin typeface="Twentieth Century"/>
                <a:ea typeface="Twentieth Century"/>
                <a:cs typeface="Twentieth Century"/>
                <a:sym typeface="Twentieth Century"/>
              </a:rPr>
              <a:t>Placeholders:</a:t>
            </a:r>
            <a:endParaRPr sz="2400"/>
          </a:p>
          <a:p>
            <a:pPr indent="0" lvl="0" marL="0" marR="0" rtl="0" algn="l">
              <a:spcBef>
                <a:spcPts val="2500"/>
              </a:spcBef>
              <a:spcAft>
                <a:spcPts val="0"/>
              </a:spcAft>
              <a:buNone/>
            </a:pPr>
            <a:r>
              <a:rPr b="0" i="0" lang="en" sz="5200" u="none" cap="none" strike="noStrike">
                <a:solidFill>
                  <a:srgbClr val="7F7F7F"/>
                </a:solidFill>
                <a:latin typeface="Calibri"/>
                <a:ea typeface="Calibri"/>
                <a:cs typeface="Calibri"/>
                <a:sym typeface="Calibri"/>
              </a:rPr>
              <a:t>The various elements included in this poster are ones we often see in medical, research, and scientific posters. Feel free to edit, move,  add, and delete items, or change the layout to suit your needs. Always check with your conference organizer for specific requirements.</a:t>
            </a:r>
            <a:endParaRPr sz="2400"/>
          </a:p>
          <a:p>
            <a:pPr indent="0" lvl="0" marL="0" marR="0" rtl="0" algn="l">
              <a:spcBef>
                <a:spcPts val="2500"/>
              </a:spcBef>
              <a:spcAft>
                <a:spcPts val="0"/>
              </a:spcAft>
              <a:buNone/>
            </a:pPr>
            <a:r>
              <a:rPr b="0" i="0" lang="en" sz="8800" u="none" cap="none" strike="noStrike">
                <a:solidFill>
                  <a:srgbClr val="7F7F7F"/>
                </a:solidFill>
                <a:latin typeface="Calibri"/>
                <a:ea typeface="Calibri"/>
                <a:cs typeface="Calibri"/>
                <a:sym typeface="Calibri"/>
              </a:rPr>
              <a:t>Image Quality:</a:t>
            </a:r>
            <a:endParaRPr sz="2400"/>
          </a:p>
          <a:p>
            <a:pPr indent="0" lvl="0" marL="0" marR="0" rtl="0" algn="l">
              <a:spcBef>
                <a:spcPts val="2500"/>
              </a:spcBef>
              <a:spcAft>
                <a:spcPts val="0"/>
              </a:spcAft>
              <a:buNone/>
            </a:pPr>
            <a:r>
              <a:rPr b="0" i="0" lang="en" sz="5200" u="none" cap="none" strike="noStrike">
                <a:solidFill>
                  <a:srgbClr val="7F7F7F"/>
                </a:solidFill>
                <a:latin typeface="Calibri"/>
                <a:ea typeface="Calibri"/>
                <a:cs typeface="Calibri"/>
                <a:sym typeface="Calibri"/>
              </a:rPr>
              <a:t>You can place digital photos or logo art in your poster file by selecting the </a:t>
            </a:r>
            <a:r>
              <a:rPr b="1" i="0" lang="en" sz="5200" u="none" cap="none" strike="noStrike">
                <a:solidFill>
                  <a:srgbClr val="7F7F7F"/>
                </a:solidFill>
                <a:latin typeface="Calibri"/>
                <a:ea typeface="Calibri"/>
                <a:cs typeface="Calibri"/>
                <a:sym typeface="Calibri"/>
              </a:rPr>
              <a:t>Insert, Picture</a:t>
            </a:r>
            <a:r>
              <a:rPr b="0" i="0" lang="en" sz="5200" u="none" cap="none" strike="noStrike">
                <a:solidFill>
                  <a:srgbClr val="7F7F7F"/>
                </a:solidFill>
                <a:latin typeface="Calibri"/>
                <a:ea typeface="Calibri"/>
                <a:cs typeface="Calibri"/>
                <a:sym typeface="Calibri"/>
              </a:rPr>
              <a:t> command, or by using standard copy &amp; paste. For best results, all graphic elements should be at least </a:t>
            </a:r>
            <a:r>
              <a:rPr b="1" i="0" lang="en" sz="5200" u="none" cap="none" strike="noStrike">
                <a:solidFill>
                  <a:srgbClr val="7F7F7F"/>
                </a:solidFill>
                <a:latin typeface="Calibri"/>
                <a:ea typeface="Calibri"/>
                <a:cs typeface="Calibri"/>
                <a:sym typeface="Calibri"/>
              </a:rPr>
              <a:t>150-200 pixels per inch in their final printed size</a:t>
            </a:r>
            <a:r>
              <a:rPr b="0" i="0" lang="en" sz="5200" u="none" cap="none" strike="noStrike">
                <a:solidFill>
                  <a:srgbClr val="7F7F7F"/>
                </a:solidFill>
                <a:latin typeface="Calibri"/>
                <a:ea typeface="Calibri"/>
                <a:cs typeface="Calibri"/>
                <a:sym typeface="Calibri"/>
              </a:rPr>
              <a:t>. For instance, a 1600 x 1200 pixel photo will usually look fine up to 8“-10” wide on your printed poster.</a:t>
            </a:r>
            <a:endParaRPr sz="2400"/>
          </a:p>
          <a:p>
            <a:pPr indent="0" lvl="0" marL="0" marR="0" rtl="0" algn="l">
              <a:spcBef>
                <a:spcPts val="2500"/>
              </a:spcBef>
              <a:spcAft>
                <a:spcPts val="0"/>
              </a:spcAft>
              <a:buNone/>
            </a:pPr>
            <a:r>
              <a:rPr b="0" i="0" lang="en" sz="5200" u="none" cap="none" strike="noStrike">
                <a:solidFill>
                  <a:srgbClr val="7F7F7F"/>
                </a:solidFill>
                <a:latin typeface="Calibri"/>
                <a:ea typeface="Calibri"/>
                <a:cs typeface="Calibri"/>
                <a:sym typeface="Calibri"/>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endParaRPr sz="2400"/>
          </a:p>
          <a:p>
            <a:pPr indent="0" lvl="0" marL="0" marR="0" rtl="0" algn="l">
              <a:spcBef>
                <a:spcPts val="2500"/>
              </a:spcBef>
              <a:spcAft>
                <a:spcPts val="0"/>
              </a:spcAft>
              <a:buNone/>
            </a:pPr>
            <a:r>
              <a:rPr b="0" i="0" lang="en" sz="5200" u="none" cap="none" strike="noStrike">
                <a:solidFill>
                  <a:srgbClr val="7F7F7F"/>
                </a:solidFill>
                <a:latin typeface="Calibri"/>
                <a:ea typeface="Calibri"/>
                <a:cs typeface="Calibri"/>
                <a:sym typeface="Calibri"/>
              </a:rPr>
              <a:t>Please note that graphics from websites (such as the logo on your hospital's or university's home page) will only be 72dpi and not suitable for printing.</a:t>
            </a:r>
            <a:endParaRPr sz="2400"/>
          </a:p>
          <a:p>
            <a:pPr indent="0" lvl="0" marL="0" marR="0" rtl="0" algn="ctr">
              <a:spcBef>
                <a:spcPts val="2500"/>
              </a:spcBef>
              <a:spcAft>
                <a:spcPts val="0"/>
              </a:spcAft>
              <a:buNone/>
            </a:pPr>
            <a:br>
              <a:rPr b="0" i="0" lang="en" sz="4500" u="none" cap="none" strike="noStrike">
                <a:solidFill>
                  <a:srgbClr val="7F7F7F"/>
                </a:solidFill>
                <a:latin typeface="Calibri"/>
                <a:ea typeface="Calibri"/>
                <a:cs typeface="Calibri"/>
                <a:sym typeface="Calibri"/>
              </a:rPr>
            </a:br>
            <a:r>
              <a:rPr b="0" i="0" lang="en" sz="4500" u="none" cap="none" strike="noStrike">
                <a:solidFill>
                  <a:srgbClr val="7F7F7F"/>
                </a:solidFill>
                <a:latin typeface="Calibri"/>
                <a:ea typeface="Calibri"/>
                <a:cs typeface="Calibri"/>
                <a:sym typeface="Calibri"/>
              </a:rPr>
              <a:t>[This sidebar area does not print.]</a:t>
            </a:r>
            <a:endParaRPr sz="2400"/>
          </a:p>
        </p:txBody>
      </p:sp>
      <p:grpSp>
        <p:nvGrpSpPr>
          <p:cNvPr id="56" name="Google Shape;56;p13"/>
          <p:cNvGrpSpPr/>
          <p:nvPr/>
        </p:nvGrpSpPr>
        <p:grpSpPr>
          <a:xfrm>
            <a:off x="66663627" y="0"/>
            <a:ext cx="10425623" cy="43895589"/>
            <a:chOff x="33832800" y="0"/>
            <a:chExt cx="12801600" cy="43891200"/>
          </a:xfrm>
        </p:grpSpPr>
        <p:sp>
          <p:nvSpPr>
            <p:cNvPr id="57" name="Google Shape;57;p13"/>
            <p:cNvSpPr/>
            <p:nvPr/>
          </p:nvSpPr>
          <p:spPr>
            <a:xfrm>
              <a:off x="33832800" y="0"/>
              <a:ext cx="12801600" cy="43891200"/>
            </a:xfrm>
            <a:prstGeom prst="rect">
              <a:avLst/>
            </a:prstGeom>
            <a:solidFill>
              <a:srgbClr val="D8D8D8"/>
            </a:solidFill>
            <a:ln>
              <a:noFill/>
            </a:ln>
          </p:spPr>
          <p:txBody>
            <a:bodyPr anchorCtr="0" anchor="t" bIns="387625" lIns="387625" spcFirstLastPara="1" rIns="387625" wrap="square" tIns="387625">
              <a:noAutofit/>
            </a:bodyPr>
            <a:lstStyle/>
            <a:p>
              <a:pPr indent="0" lvl="0" marL="0" marR="0" rtl="0" algn="l">
                <a:spcBef>
                  <a:spcPts val="0"/>
                </a:spcBef>
                <a:spcAft>
                  <a:spcPts val="0"/>
                </a:spcAft>
                <a:buNone/>
              </a:pPr>
              <a:r>
                <a:rPr b="0" i="0" lang="en" sz="8800" u="none" cap="none" strike="noStrike">
                  <a:solidFill>
                    <a:srgbClr val="7F7F7F"/>
                  </a:solidFill>
                  <a:latin typeface="Calibri"/>
                  <a:ea typeface="Calibri"/>
                  <a:cs typeface="Calibri"/>
                  <a:sym typeface="Calibri"/>
                </a:rPr>
                <a:t>Change Color Theme:</a:t>
              </a:r>
              <a:endParaRPr b="0" i="0" sz="8800" u="none" cap="none" strike="noStrike">
                <a:solidFill>
                  <a:srgbClr val="7F7F7F"/>
                </a:solidFill>
                <a:latin typeface="Calibri"/>
                <a:ea typeface="Calibri"/>
                <a:cs typeface="Calibri"/>
                <a:sym typeface="Calibri"/>
              </a:endParaRPr>
            </a:p>
            <a:p>
              <a:pPr indent="0" lvl="0" marL="0" marR="0" rtl="0" algn="l">
                <a:spcBef>
                  <a:spcPts val="2500"/>
                </a:spcBef>
                <a:spcAft>
                  <a:spcPts val="0"/>
                </a:spcAft>
                <a:buNone/>
              </a:pPr>
              <a:r>
                <a:rPr b="0" i="0" lang="en" sz="5200" u="none" cap="none" strike="noStrike">
                  <a:solidFill>
                    <a:srgbClr val="7F7F7F"/>
                  </a:solidFill>
                  <a:latin typeface="Calibri"/>
                  <a:ea typeface="Calibri"/>
                  <a:cs typeface="Calibri"/>
                  <a:sym typeface="Calibri"/>
                </a:rPr>
                <a:t>This template is designed to use the built-in color themes in the newer versions of PowerPoint.</a:t>
              </a:r>
              <a:endParaRPr sz="2400"/>
            </a:p>
            <a:p>
              <a:pPr indent="0" lvl="0" marL="0" marR="0" rtl="0" algn="l">
                <a:spcBef>
                  <a:spcPts val="2500"/>
                </a:spcBef>
                <a:spcAft>
                  <a:spcPts val="0"/>
                </a:spcAft>
                <a:buNone/>
              </a:pPr>
              <a:r>
                <a:rPr b="0" i="0" lang="en" sz="5200" u="none" cap="none" strike="noStrike">
                  <a:solidFill>
                    <a:srgbClr val="7F7F7F"/>
                  </a:solidFill>
                  <a:latin typeface="Calibri"/>
                  <a:ea typeface="Calibri"/>
                  <a:cs typeface="Calibri"/>
                  <a:sym typeface="Calibri"/>
                </a:rPr>
                <a:t>To change the color theme, select the </a:t>
              </a:r>
              <a:r>
                <a:rPr b="1" i="0" lang="en" sz="5200" u="none" cap="none" strike="noStrike">
                  <a:solidFill>
                    <a:srgbClr val="7F7F7F"/>
                  </a:solidFill>
                  <a:latin typeface="Calibri"/>
                  <a:ea typeface="Calibri"/>
                  <a:cs typeface="Calibri"/>
                  <a:sym typeface="Calibri"/>
                </a:rPr>
                <a:t>Design</a:t>
              </a:r>
              <a:r>
                <a:rPr b="0" i="0" lang="en" sz="5200" u="none" cap="none" strike="noStrike">
                  <a:solidFill>
                    <a:srgbClr val="7F7F7F"/>
                  </a:solidFill>
                  <a:latin typeface="Calibri"/>
                  <a:ea typeface="Calibri"/>
                  <a:cs typeface="Calibri"/>
                  <a:sym typeface="Calibri"/>
                </a:rPr>
                <a:t> tab, then select the </a:t>
              </a:r>
              <a:r>
                <a:rPr b="1" i="0" lang="en" sz="5200" u="none" cap="none" strike="noStrike">
                  <a:solidFill>
                    <a:srgbClr val="7F7F7F"/>
                  </a:solidFill>
                  <a:latin typeface="Calibri"/>
                  <a:ea typeface="Calibri"/>
                  <a:cs typeface="Calibri"/>
                  <a:sym typeface="Calibri"/>
                </a:rPr>
                <a:t>Colors</a:t>
              </a:r>
              <a:r>
                <a:rPr b="0" i="0" lang="en" sz="5200" u="none" cap="none" strike="noStrike">
                  <a:solidFill>
                    <a:srgbClr val="7F7F7F"/>
                  </a:solidFill>
                  <a:latin typeface="Calibri"/>
                  <a:ea typeface="Calibri"/>
                  <a:cs typeface="Calibri"/>
                  <a:sym typeface="Calibri"/>
                </a:rPr>
                <a:t> drop-down list.</a:t>
              </a:r>
              <a:endParaRPr sz="2400"/>
            </a:p>
            <a:p>
              <a:pPr indent="0" lvl="0" marL="0" marR="0" rtl="0" algn="l">
                <a:spcBef>
                  <a:spcPts val="2500"/>
                </a:spcBef>
                <a:spcAft>
                  <a:spcPts val="0"/>
                </a:spcAft>
                <a:buNone/>
              </a:pPr>
              <a:r>
                <a:t/>
              </a:r>
              <a:endParaRPr b="0" i="0" sz="5200" u="none" cap="none" strike="noStrike">
                <a:solidFill>
                  <a:srgbClr val="7F7F7F"/>
                </a:solidFill>
                <a:latin typeface="Calibri"/>
                <a:ea typeface="Calibri"/>
                <a:cs typeface="Calibri"/>
                <a:sym typeface="Calibri"/>
              </a:endParaRPr>
            </a:p>
            <a:p>
              <a:pPr indent="0" lvl="0" marL="0" marR="0" rtl="0" algn="l">
                <a:spcBef>
                  <a:spcPts val="2500"/>
                </a:spcBef>
                <a:spcAft>
                  <a:spcPts val="0"/>
                </a:spcAft>
                <a:buNone/>
              </a:pPr>
              <a:r>
                <a:t/>
              </a:r>
              <a:endParaRPr b="0" i="0" sz="5200" u="none" cap="none" strike="noStrike">
                <a:solidFill>
                  <a:srgbClr val="7F7F7F"/>
                </a:solidFill>
                <a:latin typeface="Calibri"/>
                <a:ea typeface="Calibri"/>
                <a:cs typeface="Calibri"/>
                <a:sym typeface="Calibri"/>
              </a:endParaRPr>
            </a:p>
            <a:p>
              <a:pPr indent="0" lvl="0" marL="0" marR="0" rtl="0" algn="l">
                <a:spcBef>
                  <a:spcPts val="2500"/>
                </a:spcBef>
                <a:spcAft>
                  <a:spcPts val="0"/>
                </a:spcAft>
                <a:buNone/>
              </a:pPr>
              <a:r>
                <a:t/>
              </a:r>
              <a:endParaRPr b="0" i="0" sz="5200" u="none" cap="none" strike="noStrike">
                <a:solidFill>
                  <a:srgbClr val="7F7F7F"/>
                </a:solidFill>
                <a:latin typeface="Calibri"/>
                <a:ea typeface="Calibri"/>
                <a:cs typeface="Calibri"/>
                <a:sym typeface="Calibri"/>
              </a:endParaRPr>
            </a:p>
            <a:p>
              <a:pPr indent="0" lvl="0" marL="0" marR="0" rtl="0" algn="l">
                <a:spcBef>
                  <a:spcPts val="2500"/>
                </a:spcBef>
                <a:spcAft>
                  <a:spcPts val="0"/>
                </a:spcAft>
                <a:buNone/>
              </a:pPr>
              <a:r>
                <a:t/>
              </a:r>
              <a:endParaRPr b="0" i="0" sz="5200" u="none" cap="none" strike="noStrike">
                <a:solidFill>
                  <a:srgbClr val="7F7F7F"/>
                </a:solidFill>
                <a:latin typeface="Calibri"/>
                <a:ea typeface="Calibri"/>
                <a:cs typeface="Calibri"/>
                <a:sym typeface="Calibri"/>
              </a:endParaRPr>
            </a:p>
            <a:p>
              <a:pPr indent="0" lvl="0" marL="0" marR="0" rtl="0" algn="l">
                <a:spcBef>
                  <a:spcPts val="2500"/>
                </a:spcBef>
                <a:spcAft>
                  <a:spcPts val="0"/>
                </a:spcAft>
                <a:buNone/>
              </a:pPr>
              <a:r>
                <a:t/>
              </a:r>
              <a:endParaRPr b="0" i="0" sz="5200" u="none" cap="none" strike="noStrike">
                <a:solidFill>
                  <a:srgbClr val="7F7F7F"/>
                </a:solidFill>
                <a:latin typeface="Calibri"/>
                <a:ea typeface="Calibri"/>
                <a:cs typeface="Calibri"/>
                <a:sym typeface="Calibri"/>
              </a:endParaRPr>
            </a:p>
            <a:p>
              <a:pPr indent="0" lvl="0" marL="0" marR="0" rtl="0" algn="l">
                <a:spcBef>
                  <a:spcPts val="2500"/>
                </a:spcBef>
                <a:spcAft>
                  <a:spcPts val="0"/>
                </a:spcAft>
                <a:buNone/>
              </a:pPr>
              <a:r>
                <a:t/>
              </a:r>
              <a:endParaRPr b="0" i="0" sz="5200" u="none" cap="none" strike="noStrike">
                <a:solidFill>
                  <a:srgbClr val="7F7F7F"/>
                </a:solidFill>
                <a:latin typeface="Calibri"/>
                <a:ea typeface="Calibri"/>
                <a:cs typeface="Calibri"/>
                <a:sym typeface="Calibri"/>
              </a:endParaRPr>
            </a:p>
            <a:p>
              <a:pPr indent="0" lvl="0" marL="0" marR="0" rtl="0" algn="l">
                <a:spcBef>
                  <a:spcPts val="2500"/>
                </a:spcBef>
                <a:spcAft>
                  <a:spcPts val="0"/>
                </a:spcAft>
                <a:buNone/>
              </a:pPr>
              <a:r>
                <a:t/>
              </a:r>
              <a:endParaRPr b="0" i="0" sz="5200" u="none" cap="none" strike="noStrike">
                <a:solidFill>
                  <a:srgbClr val="7F7F7F"/>
                </a:solidFill>
                <a:latin typeface="Calibri"/>
                <a:ea typeface="Calibri"/>
                <a:cs typeface="Calibri"/>
                <a:sym typeface="Calibri"/>
              </a:endParaRPr>
            </a:p>
            <a:p>
              <a:pPr indent="0" lvl="0" marL="0" marR="0" rtl="0" algn="l">
                <a:spcBef>
                  <a:spcPts val="2500"/>
                </a:spcBef>
                <a:spcAft>
                  <a:spcPts val="0"/>
                </a:spcAft>
                <a:buNone/>
              </a:pPr>
              <a:r>
                <a:t/>
              </a:r>
              <a:endParaRPr b="0" i="0" sz="5200" u="none" cap="none" strike="noStrike">
                <a:solidFill>
                  <a:srgbClr val="7F7F7F"/>
                </a:solidFill>
                <a:latin typeface="Calibri"/>
                <a:ea typeface="Calibri"/>
                <a:cs typeface="Calibri"/>
                <a:sym typeface="Calibri"/>
              </a:endParaRPr>
            </a:p>
            <a:p>
              <a:pPr indent="0" lvl="0" marL="0" marR="0" rtl="0" algn="l">
                <a:spcBef>
                  <a:spcPts val="2500"/>
                </a:spcBef>
                <a:spcAft>
                  <a:spcPts val="0"/>
                </a:spcAft>
                <a:buNone/>
              </a:pPr>
              <a:r>
                <a:rPr b="0" i="0" lang="en" sz="5200" u="none" cap="none" strike="noStrike">
                  <a:solidFill>
                    <a:srgbClr val="7F7F7F"/>
                  </a:solidFill>
                  <a:latin typeface="Calibri"/>
                  <a:ea typeface="Calibri"/>
                  <a:cs typeface="Calibri"/>
                  <a:sym typeface="Calibri"/>
                </a:rPr>
                <a:t>The default color theme for this template is “Office”, so you can always return to that after trying some of the alternatives.</a:t>
              </a:r>
              <a:endParaRPr sz="2400"/>
            </a:p>
            <a:p>
              <a:pPr indent="0" lvl="0" marL="0" marR="0" rtl="0" algn="l">
                <a:spcBef>
                  <a:spcPts val="2500"/>
                </a:spcBef>
                <a:spcAft>
                  <a:spcPts val="0"/>
                </a:spcAft>
                <a:buNone/>
              </a:pPr>
              <a:r>
                <a:rPr b="0" i="0" lang="en" sz="8800" u="none" cap="none" strike="noStrike">
                  <a:solidFill>
                    <a:srgbClr val="7F7F7F"/>
                  </a:solidFill>
                  <a:latin typeface="Calibri"/>
                  <a:ea typeface="Calibri"/>
                  <a:cs typeface="Calibri"/>
                  <a:sym typeface="Calibri"/>
                </a:rPr>
                <a:t>Printing Your Poster:</a:t>
              </a:r>
              <a:endParaRPr sz="2400"/>
            </a:p>
            <a:p>
              <a:pPr indent="0" lvl="0" marL="0" marR="0" rtl="0" algn="l">
                <a:spcBef>
                  <a:spcPts val="2500"/>
                </a:spcBef>
                <a:spcAft>
                  <a:spcPts val="0"/>
                </a:spcAft>
                <a:buNone/>
              </a:pPr>
              <a:r>
                <a:rPr b="0" i="0" lang="en" sz="5200" u="none" cap="none" strike="noStrike">
                  <a:solidFill>
                    <a:srgbClr val="7F7F7F"/>
                  </a:solidFill>
                  <a:latin typeface="Calibri"/>
                  <a:ea typeface="Calibri"/>
                  <a:cs typeface="Calibri"/>
                  <a:sym typeface="Calibri"/>
                </a:rPr>
                <a:t>Once your poster file is ready, visit </a:t>
              </a:r>
              <a:r>
                <a:rPr b="1" i="0" lang="en" sz="5200" u="none" cap="none" strike="noStrike">
                  <a:solidFill>
                    <a:srgbClr val="7F7F7F"/>
                  </a:solidFill>
                  <a:latin typeface="Calibri"/>
                  <a:ea typeface="Calibri"/>
                  <a:cs typeface="Calibri"/>
                  <a:sym typeface="Calibri"/>
                </a:rPr>
                <a:t>www.genigraphics.com</a:t>
              </a:r>
              <a:r>
                <a:rPr b="0" i="0" lang="en" sz="5200" u="none" cap="none" strike="noStrike">
                  <a:solidFill>
                    <a:srgbClr val="7F7F7F"/>
                  </a:solidFill>
                  <a:latin typeface="Calibri"/>
                  <a:ea typeface="Calibri"/>
                  <a:cs typeface="Calibri"/>
                  <a:sym typeface="Calibri"/>
                </a:rPr>
                <a:t> to order a high-quality, affordable poster print. Every order receives a free design review and we can deliver as fast as next business day within the US and Canada. </a:t>
              </a:r>
              <a:endParaRPr sz="2400"/>
            </a:p>
            <a:p>
              <a:pPr indent="0" lvl="0" marL="0" marR="0" rtl="0" algn="l">
                <a:spcBef>
                  <a:spcPts val="2500"/>
                </a:spcBef>
                <a:spcAft>
                  <a:spcPts val="0"/>
                </a:spcAft>
                <a:buNone/>
              </a:pPr>
              <a:r>
                <a:rPr b="0" i="0" lang="en" sz="5200" u="none" cap="none" strike="noStrike">
                  <a:solidFill>
                    <a:srgbClr val="7F7F7F"/>
                  </a:solidFill>
                  <a:latin typeface="Calibri"/>
                  <a:ea typeface="Calibri"/>
                  <a:cs typeface="Calibri"/>
                  <a:sym typeface="Calibri"/>
                </a:rPr>
                <a:t>Genigraphics® has been producing output from PowerPoint® longer than anyone in the industry; dating back to when we helped Microsoft® design the PowerPoint® software. </a:t>
              </a:r>
              <a:endParaRPr sz="2400"/>
            </a:p>
            <a:p>
              <a:pPr indent="0" lvl="0" marL="0" marR="0" rtl="0" algn="l">
                <a:spcBef>
                  <a:spcPts val="2500"/>
                </a:spcBef>
                <a:spcAft>
                  <a:spcPts val="0"/>
                </a:spcAft>
                <a:buNone/>
              </a:pPr>
              <a:r>
                <a:t/>
              </a:r>
              <a:endParaRPr b="0" i="0" sz="5200" u="none" cap="none" strike="noStrike">
                <a:solidFill>
                  <a:srgbClr val="7F7F7F"/>
                </a:solidFill>
                <a:latin typeface="Calibri"/>
                <a:ea typeface="Calibri"/>
                <a:cs typeface="Calibri"/>
                <a:sym typeface="Calibri"/>
              </a:endParaRPr>
            </a:p>
            <a:p>
              <a:pPr indent="0" lvl="0" marL="0" marR="0" rtl="0" algn="ctr">
                <a:spcBef>
                  <a:spcPts val="0"/>
                </a:spcBef>
                <a:spcAft>
                  <a:spcPts val="0"/>
                </a:spcAft>
                <a:buNone/>
              </a:pPr>
              <a:r>
                <a:rPr b="0" i="0" lang="en" sz="5200" u="none" cap="none" strike="noStrike">
                  <a:solidFill>
                    <a:srgbClr val="7F7F7F"/>
                  </a:solidFill>
                  <a:latin typeface="Calibri"/>
                  <a:ea typeface="Calibri"/>
                  <a:cs typeface="Calibri"/>
                  <a:sym typeface="Calibri"/>
                </a:rPr>
                <a:t>US and Canada:  1-800-790-4001</a:t>
              </a:r>
              <a:br>
                <a:rPr b="0" i="0" lang="en" sz="5200" u="none" cap="none" strike="noStrike">
                  <a:solidFill>
                    <a:srgbClr val="7F7F7F"/>
                  </a:solidFill>
                  <a:latin typeface="Calibri"/>
                  <a:ea typeface="Calibri"/>
                  <a:cs typeface="Calibri"/>
                  <a:sym typeface="Calibri"/>
                </a:rPr>
              </a:br>
              <a:r>
                <a:rPr b="0" i="0" lang="en" sz="5200" u="none" cap="none" strike="noStrike">
                  <a:solidFill>
                    <a:srgbClr val="7F7F7F"/>
                  </a:solidFill>
                  <a:latin typeface="Calibri"/>
                  <a:ea typeface="Calibri"/>
                  <a:cs typeface="Calibri"/>
                  <a:sym typeface="Calibri"/>
                </a:rPr>
                <a:t>Email: info@genigraphics.com</a:t>
              </a:r>
              <a:endParaRPr sz="2400"/>
            </a:p>
            <a:p>
              <a:pPr indent="0" lvl="0" marL="0" marR="0" rtl="0" algn="ctr">
                <a:spcBef>
                  <a:spcPts val="0"/>
                </a:spcBef>
                <a:spcAft>
                  <a:spcPts val="0"/>
                </a:spcAft>
                <a:buNone/>
              </a:pPr>
              <a:br>
                <a:rPr b="0" i="0" lang="en" sz="4500" u="none" cap="none" strike="noStrike">
                  <a:solidFill>
                    <a:srgbClr val="7F7F7F"/>
                  </a:solidFill>
                  <a:latin typeface="Calibri"/>
                  <a:ea typeface="Calibri"/>
                  <a:cs typeface="Calibri"/>
                  <a:sym typeface="Calibri"/>
                </a:rPr>
              </a:br>
              <a:r>
                <a:rPr b="0" i="0" lang="en" sz="4500" u="none" cap="none" strike="noStrike">
                  <a:solidFill>
                    <a:srgbClr val="7F7F7F"/>
                  </a:solidFill>
                  <a:latin typeface="Calibri"/>
                  <a:ea typeface="Calibri"/>
                  <a:cs typeface="Calibri"/>
                  <a:sym typeface="Calibri"/>
                </a:rPr>
                <a:t>[This sidebar area does not print.]</a:t>
              </a:r>
              <a:endParaRPr sz="2400"/>
            </a:p>
          </p:txBody>
        </p:sp>
        <p:sp>
          <p:nvSpPr>
            <p:cNvPr id="58" name="Google Shape;58;p13"/>
            <p:cNvSpPr/>
            <p:nvPr/>
          </p:nvSpPr>
          <p:spPr>
            <a:xfrm>
              <a:off x="34281342" y="9107874"/>
              <a:ext cx="11904515" cy="10246926"/>
            </a:xfrm>
            <a:prstGeom prst="rect">
              <a:avLst/>
            </a:prstGeom>
            <a:noFill/>
            <a:ln>
              <a:noFill/>
            </a:ln>
          </p:spPr>
        </p:sp>
      </p:grpSp>
      <p:pic>
        <p:nvPicPr>
          <p:cNvPr id="59" name="Google Shape;59;p13"/>
          <p:cNvPicPr preferRelativeResize="0"/>
          <p:nvPr/>
        </p:nvPicPr>
        <p:blipFill rotWithShape="1">
          <a:blip r:embed="rId2">
            <a:alphaModFix/>
          </a:blip>
          <a:srcRect b="0" l="0" r="0" t="0"/>
          <a:stretch/>
        </p:blipFill>
        <p:spPr>
          <a:xfrm>
            <a:off x="57721502" y="43366944"/>
            <a:ext cx="7946158" cy="37185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244240" y="3797547"/>
            <a:ext cx="61348200" cy="4887000"/>
          </a:xfrm>
          <a:prstGeom prst="rect">
            <a:avLst/>
          </a:prstGeom>
          <a:noFill/>
          <a:ln>
            <a:noFill/>
          </a:ln>
        </p:spPr>
        <p:txBody>
          <a:bodyPr anchorCtr="0" anchor="t" bIns="698900" lIns="698900" spcFirstLastPara="1" rIns="698900" wrap="square" tIns="698900">
            <a:normAutofit/>
          </a:bodyPr>
          <a:lstStyle>
            <a:lvl1pPr lvl="0">
              <a:spcBef>
                <a:spcPts val="0"/>
              </a:spcBef>
              <a:spcAft>
                <a:spcPts val="0"/>
              </a:spcAft>
              <a:buClr>
                <a:schemeClr val="dk1"/>
              </a:buClr>
              <a:buSzPts val="21404"/>
              <a:buNone/>
              <a:defRPr sz="21404">
                <a:solidFill>
                  <a:schemeClr val="dk1"/>
                </a:solidFill>
              </a:defRPr>
            </a:lvl1pPr>
            <a:lvl2pPr lvl="1">
              <a:spcBef>
                <a:spcPts val="0"/>
              </a:spcBef>
              <a:spcAft>
                <a:spcPts val="0"/>
              </a:spcAft>
              <a:buClr>
                <a:schemeClr val="dk1"/>
              </a:buClr>
              <a:buSzPts val="21404"/>
              <a:buNone/>
              <a:defRPr sz="21404">
                <a:solidFill>
                  <a:schemeClr val="dk1"/>
                </a:solidFill>
              </a:defRPr>
            </a:lvl2pPr>
            <a:lvl3pPr lvl="2">
              <a:spcBef>
                <a:spcPts val="0"/>
              </a:spcBef>
              <a:spcAft>
                <a:spcPts val="0"/>
              </a:spcAft>
              <a:buClr>
                <a:schemeClr val="dk1"/>
              </a:buClr>
              <a:buSzPts val="21404"/>
              <a:buNone/>
              <a:defRPr sz="21404">
                <a:solidFill>
                  <a:schemeClr val="dk1"/>
                </a:solidFill>
              </a:defRPr>
            </a:lvl3pPr>
            <a:lvl4pPr lvl="3">
              <a:spcBef>
                <a:spcPts val="0"/>
              </a:spcBef>
              <a:spcAft>
                <a:spcPts val="0"/>
              </a:spcAft>
              <a:buClr>
                <a:schemeClr val="dk1"/>
              </a:buClr>
              <a:buSzPts val="21404"/>
              <a:buNone/>
              <a:defRPr sz="21404">
                <a:solidFill>
                  <a:schemeClr val="dk1"/>
                </a:solidFill>
              </a:defRPr>
            </a:lvl4pPr>
            <a:lvl5pPr lvl="4">
              <a:spcBef>
                <a:spcPts val="0"/>
              </a:spcBef>
              <a:spcAft>
                <a:spcPts val="0"/>
              </a:spcAft>
              <a:buClr>
                <a:schemeClr val="dk1"/>
              </a:buClr>
              <a:buSzPts val="21404"/>
              <a:buNone/>
              <a:defRPr sz="21404">
                <a:solidFill>
                  <a:schemeClr val="dk1"/>
                </a:solidFill>
              </a:defRPr>
            </a:lvl5pPr>
            <a:lvl6pPr lvl="5">
              <a:spcBef>
                <a:spcPts val="0"/>
              </a:spcBef>
              <a:spcAft>
                <a:spcPts val="0"/>
              </a:spcAft>
              <a:buClr>
                <a:schemeClr val="dk1"/>
              </a:buClr>
              <a:buSzPts val="21404"/>
              <a:buNone/>
              <a:defRPr sz="21404">
                <a:solidFill>
                  <a:schemeClr val="dk1"/>
                </a:solidFill>
              </a:defRPr>
            </a:lvl6pPr>
            <a:lvl7pPr lvl="6">
              <a:spcBef>
                <a:spcPts val="0"/>
              </a:spcBef>
              <a:spcAft>
                <a:spcPts val="0"/>
              </a:spcAft>
              <a:buClr>
                <a:schemeClr val="dk1"/>
              </a:buClr>
              <a:buSzPts val="21404"/>
              <a:buNone/>
              <a:defRPr sz="21404">
                <a:solidFill>
                  <a:schemeClr val="dk1"/>
                </a:solidFill>
              </a:defRPr>
            </a:lvl7pPr>
            <a:lvl8pPr lvl="7">
              <a:spcBef>
                <a:spcPts val="0"/>
              </a:spcBef>
              <a:spcAft>
                <a:spcPts val="0"/>
              </a:spcAft>
              <a:buClr>
                <a:schemeClr val="dk1"/>
              </a:buClr>
              <a:buSzPts val="21404"/>
              <a:buNone/>
              <a:defRPr sz="21404">
                <a:solidFill>
                  <a:schemeClr val="dk1"/>
                </a:solidFill>
              </a:defRPr>
            </a:lvl8pPr>
            <a:lvl9pPr lvl="8">
              <a:spcBef>
                <a:spcPts val="0"/>
              </a:spcBef>
              <a:spcAft>
                <a:spcPts val="0"/>
              </a:spcAft>
              <a:buClr>
                <a:schemeClr val="dk1"/>
              </a:buClr>
              <a:buSzPts val="21404"/>
              <a:buNone/>
              <a:defRPr sz="21404">
                <a:solidFill>
                  <a:schemeClr val="dk1"/>
                </a:solidFill>
              </a:defRPr>
            </a:lvl9pPr>
          </a:lstStyle>
          <a:p/>
        </p:txBody>
      </p:sp>
      <p:sp>
        <p:nvSpPr>
          <p:cNvPr id="7" name="Google Shape;7;p1"/>
          <p:cNvSpPr txBox="1"/>
          <p:nvPr>
            <p:ph idx="1" type="body"/>
          </p:nvPr>
        </p:nvSpPr>
        <p:spPr>
          <a:xfrm>
            <a:off x="2244240" y="9834453"/>
            <a:ext cx="61348200" cy="29153400"/>
          </a:xfrm>
          <a:prstGeom prst="rect">
            <a:avLst/>
          </a:prstGeom>
          <a:noFill/>
          <a:ln>
            <a:noFill/>
          </a:ln>
        </p:spPr>
        <p:txBody>
          <a:bodyPr anchorCtr="0" anchor="t" bIns="698900" lIns="698900" spcFirstLastPara="1" rIns="698900" wrap="square" tIns="698900">
            <a:normAutofit/>
          </a:bodyPr>
          <a:lstStyle>
            <a:lvl1pPr indent="-1102360" lvl="0" marL="457200">
              <a:lnSpc>
                <a:spcPct val="115000"/>
              </a:lnSpc>
              <a:spcBef>
                <a:spcPts val="0"/>
              </a:spcBef>
              <a:spcAft>
                <a:spcPts val="0"/>
              </a:spcAft>
              <a:buClr>
                <a:schemeClr val="dk2"/>
              </a:buClr>
              <a:buSzPts val="13760"/>
              <a:buChar char="●"/>
              <a:defRPr sz="13760">
                <a:solidFill>
                  <a:schemeClr val="dk2"/>
                </a:solidFill>
              </a:defRPr>
            </a:lvl1pPr>
            <a:lvl2pPr indent="-908191" lvl="1" marL="914400">
              <a:lnSpc>
                <a:spcPct val="115000"/>
              </a:lnSpc>
              <a:spcBef>
                <a:spcPts val="0"/>
              </a:spcBef>
              <a:spcAft>
                <a:spcPts val="0"/>
              </a:spcAft>
              <a:buClr>
                <a:schemeClr val="dk2"/>
              </a:buClr>
              <a:buSzPts val="10702"/>
              <a:buChar char="○"/>
              <a:defRPr sz="10702">
                <a:solidFill>
                  <a:schemeClr val="dk2"/>
                </a:solidFill>
              </a:defRPr>
            </a:lvl2pPr>
            <a:lvl3pPr indent="-908191" lvl="2" marL="1371600">
              <a:lnSpc>
                <a:spcPct val="115000"/>
              </a:lnSpc>
              <a:spcBef>
                <a:spcPts val="0"/>
              </a:spcBef>
              <a:spcAft>
                <a:spcPts val="0"/>
              </a:spcAft>
              <a:buClr>
                <a:schemeClr val="dk2"/>
              </a:buClr>
              <a:buSzPts val="10702"/>
              <a:buChar char="■"/>
              <a:defRPr sz="10702">
                <a:solidFill>
                  <a:schemeClr val="dk2"/>
                </a:solidFill>
              </a:defRPr>
            </a:lvl3pPr>
            <a:lvl4pPr indent="-908191" lvl="3" marL="1828800">
              <a:lnSpc>
                <a:spcPct val="115000"/>
              </a:lnSpc>
              <a:spcBef>
                <a:spcPts val="0"/>
              </a:spcBef>
              <a:spcAft>
                <a:spcPts val="0"/>
              </a:spcAft>
              <a:buClr>
                <a:schemeClr val="dk2"/>
              </a:buClr>
              <a:buSzPts val="10702"/>
              <a:buChar char="●"/>
              <a:defRPr sz="10702">
                <a:solidFill>
                  <a:schemeClr val="dk2"/>
                </a:solidFill>
              </a:defRPr>
            </a:lvl4pPr>
            <a:lvl5pPr indent="-908191" lvl="4" marL="2286000">
              <a:lnSpc>
                <a:spcPct val="115000"/>
              </a:lnSpc>
              <a:spcBef>
                <a:spcPts val="0"/>
              </a:spcBef>
              <a:spcAft>
                <a:spcPts val="0"/>
              </a:spcAft>
              <a:buClr>
                <a:schemeClr val="dk2"/>
              </a:buClr>
              <a:buSzPts val="10702"/>
              <a:buChar char="○"/>
              <a:defRPr sz="10702">
                <a:solidFill>
                  <a:schemeClr val="dk2"/>
                </a:solidFill>
              </a:defRPr>
            </a:lvl5pPr>
            <a:lvl6pPr indent="-908191" lvl="5" marL="2743200">
              <a:lnSpc>
                <a:spcPct val="115000"/>
              </a:lnSpc>
              <a:spcBef>
                <a:spcPts val="0"/>
              </a:spcBef>
              <a:spcAft>
                <a:spcPts val="0"/>
              </a:spcAft>
              <a:buClr>
                <a:schemeClr val="dk2"/>
              </a:buClr>
              <a:buSzPts val="10702"/>
              <a:buChar char="■"/>
              <a:defRPr sz="10702">
                <a:solidFill>
                  <a:schemeClr val="dk2"/>
                </a:solidFill>
              </a:defRPr>
            </a:lvl6pPr>
            <a:lvl7pPr indent="-908191" lvl="6" marL="3200400">
              <a:lnSpc>
                <a:spcPct val="115000"/>
              </a:lnSpc>
              <a:spcBef>
                <a:spcPts val="0"/>
              </a:spcBef>
              <a:spcAft>
                <a:spcPts val="0"/>
              </a:spcAft>
              <a:buClr>
                <a:schemeClr val="dk2"/>
              </a:buClr>
              <a:buSzPts val="10702"/>
              <a:buChar char="●"/>
              <a:defRPr sz="10702">
                <a:solidFill>
                  <a:schemeClr val="dk2"/>
                </a:solidFill>
              </a:defRPr>
            </a:lvl7pPr>
            <a:lvl8pPr indent="-908191" lvl="7" marL="3657600">
              <a:lnSpc>
                <a:spcPct val="115000"/>
              </a:lnSpc>
              <a:spcBef>
                <a:spcPts val="0"/>
              </a:spcBef>
              <a:spcAft>
                <a:spcPts val="0"/>
              </a:spcAft>
              <a:buClr>
                <a:schemeClr val="dk2"/>
              </a:buClr>
              <a:buSzPts val="10702"/>
              <a:buChar char="○"/>
              <a:defRPr sz="10702">
                <a:solidFill>
                  <a:schemeClr val="dk2"/>
                </a:solidFill>
              </a:defRPr>
            </a:lvl8pPr>
            <a:lvl9pPr indent="-908191" lvl="8" marL="4114800">
              <a:lnSpc>
                <a:spcPct val="115000"/>
              </a:lnSpc>
              <a:spcBef>
                <a:spcPts val="0"/>
              </a:spcBef>
              <a:spcAft>
                <a:spcPts val="0"/>
              </a:spcAft>
              <a:buClr>
                <a:schemeClr val="dk2"/>
              </a:buClr>
              <a:buSzPts val="10702"/>
              <a:buChar char="■"/>
              <a:defRPr sz="10702">
                <a:solidFill>
                  <a:schemeClr val="dk2"/>
                </a:solidFill>
              </a:defRPr>
            </a:lvl9pPr>
          </a:lstStyle>
          <a:p/>
        </p:txBody>
      </p:sp>
      <p:sp>
        <p:nvSpPr>
          <p:cNvPr id="8" name="Google Shape;8;p1"/>
          <p:cNvSpPr txBox="1"/>
          <p:nvPr>
            <p:ph idx="12" type="sldNum"/>
          </p:nvPr>
        </p:nvSpPr>
        <p:spPr>
          <a:xfrm>
            <a:off x="61001696" y="39792783"/>
            <a:ext cx="3950700" cy="3358800"/>
          </a:xfrm>
          <a:prstGeom prst="rect">
            <a:avLst/>
          </a:prstGeom>
          <a:noFill/>
          <a:ln>
            <a:noFill/>
          </a:ln>
        </p:spPr>
        <p:txBody>
          <a:bodyPr anchorCtr="0" anchor="ctr" bIns="698900" lIns="698900" spcFirstLastPara="1" rIns="698900" wrap="square" tIns="698900">
            <a:normAutofit/>
          </a:bodyPr>
          <a:lstStyle>
            <a:lvl1pPr lvl="0" algn="r">
              <a:buNone/>
              <a:defRPr sz="7644">
                <a:solidFill>
                  <a:schemeClr val="dk2"/>
                </a:solidFill>
              </a:defRPr>
            </a:lvl1pPr>
            <a:lvl2pPr lvl="1" algn="r">
              <a:buNone/>
              <a:defRPr sz="7644">
                <a:solidFill>
                  <a:schemeClr val="dk2"/>
                </a:solidFill>
              </a:defRPr>
            </a:lvl2pPr>
            <a:lvl3pPr lvl="2" algn="r">
              <a:buNone/>
              <a:defRPr sz="7644">
                <a:solidFill>
                  <a:schemeClr val="dk2"/>
                </a:solidFill>
              </a:defRPr>
            </a:lvl3pPr>
            <a:lvl4pPr lvl="3" algn="r">
              <a:buNone/>
              <a:defRPr sz="7644">
                <a:solidFill>
                  <a:schemeClr val="dk2"/>
                </a:solidFill>
              </a:defRPr>
            </a:lvl4pPr>
            <a:lvl5pPr lvl="4" algn="r">
              <a:buNone/>
              <a:defRPr sz="7644">
                <a:solidFill>
                  <a:schemeClr val="dk2"/>
                </a:solidFill>
              </a:defRPr>
            </a:lvl5pPr>
            <a:lvl6pPr lvl="5" algn="r">
              <a:buNone/>
              <a:defRPr sz="7644">
                <a:solidFill>
                  <a:schemeClr val="dk2"/>
                </a:solidFill>
              </a:defRPr>
            </a:lvl6pPr>
            <a:lvl7pPr lvl="6" algn="r">
              <a:buNone/>
              <a:defRPr sz="7644">
                <a:solidFill>
                  <a:schemeClr val="dk2"/>
                </a:solidFill>
              </a:defRPr>
            </a:lvl7pPr>
            <a:lvl8pPr lvl="7" algn="r">
              <a:buNone/>
              <a:defRPr sz="7644">
                <a:solidFill>
                  <a:schemeClr val="dk2"/>
                </a:solidFill>
              </a:defRPr>
            </a:lvl8pPr>
            <a:lvl9pPr lvl="8" algn="r">
              <a:buNone/>
              <a:defRPr sz="7644">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sp>
        <p:nvSpPr>
          <p:cNvPr id="64" name="Google Shape;64;p14"/>
          <p:cNvSpPr txBox="1"/>
          <p:nvPr/>
        </p:nvSpPr>
        <p:spPr>
          <a:xfrm>
            <a:off x="324850" y="39882725"/>
            <a:ext cx="86259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000">
                <a:solidFill>
                  <a:srgbClr val="00629B"/>
                </a:solidFill>
                <a:latin typeface="Open Sans SemiBold"/>
                <a:ea typeface="Open Sans SemiBold"/>
                <a:cs typeface="Open Sans SemiBold"/>
                <a:sym typeface="Open Sans SemiBold"/>
              </a:rPr>
              <a:t>Acknowledgements</a:t>
            </a:r>
            <a:endParaRPr sz="5000">
              <a:solidFill>
                <a:srgbClr val="00629B"/>
              </a:solidFill>
              <a:latin typeface="Open Sans SemiBold"/>
              <a:ea typeface="Open Sans SemiBold"/>
              <a:cs typeface="Open Sans SemiBold"/>
              <a:sym typeface="Open Sans SemiBold"/>
            </a:endParaRPr>
          </a:p>
        </p:txBody>
      </p:sp>
      <p:sp>
        <p:nvSpPr>
          <p:cNvPr id="65" name="Google Shape;65;p14"/>
          <p:cNvSpPr txBox="1"/>
          <p:nvPr/>
        </p:nvSpPr>
        <p:spPr>
          <a:xfrm>
            <a:off x="1735152" y="6981950"/>
            <a:ext cx="13625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800">
                <a:solidFill>
                  <a:srgbClr val="00629B"/>
                </a:solidFill>
                <a:latin typeface="Open Sans"/>
                <a:ea typeface="Open Sans"/>
                <a:cs typeface="Open Sans"/>
                <a:sym typeface="Open Sans"/>
              </a:rPr>
              <a:t>Section 1: Instructions</a:t>
            </a:r>
            <a:endParaRPr b="1" sz="4800">
              <a:solidFill>
                <a:srgbClr val="00629B"/>
              </a:solidFill>
              <a:latin typeface="Open Sans"/>
              <a:ea typeface="Open Sans"/>
              <a:cs typeface="Open Sans"/>
              <a:sym typeface="Open Sans"/>
            </a:endParaRPr>
          </a:p>
        </p:txBody>
      </p:sp>
      <p:sp>
        <p:nvSpPr>
          <p:cNvPr id="66" name="Google Shape;66;p14"/>
          <p:cNvSpPr txBox="1"/>
          <p:nvPr/>
        </p:nvSpPr>
        <p:spPr>
          <a:xfrm>
            <a:off x="1735152" y="8621375"/>
            <a:ext cx="176181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800">
                <a:solidFill>
                  <a:srgbClr val="00629B"/>
                </a:solidFill>
                <a:latin typeface="Open Sans SemiBold"/>
                <a:ea typeface="Open Sans SemiBold"/>
                <a:cs typeface="Open Sans SemiBold"/>
                <a:sym typeface="Open Sans SemiBold"/>
              </a:rPr>
              <a:t>Subsection 1: Sizes </a:t>
            </a:r>
            <a:endParaRPr sz="3800">
              <a:solidFill>
                <a:srgbClr val="00629B"/>
              </a:solidFill>
              <a:latin typeface="Open Sans SemiBold"/>
              <a:ea typeface="Open Sans SemiBold"/>
              <a:cs typeface="Open Sans SemiBold"/>
              <a:sym typeface="Open Sans SemiBold"/>
            </a:endParaRPr>
          </a:p>
        </p:txBody>
      </p:sp>
      <p:sp>
        <p:nvSpPr>
          <p:cNvPr id="67" name="Google Shape;67;p14"/>
          <p:cNvSpPr txBox="1"/>
          <p:nvPr/>
        </p:nvSpPr>
        <p:spPr>
          <a:xfrm>
            <a:off x="17543823" y="1428257"/>
            <a:ext cx="29025900" cy="153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800">
                <a:solidFill>
                  <a:srgbClr val="00629B"/>
                </a:solidFill>
                <a:latin typeface="Open Sans ExtraBold"/>
                <a:ea typeface="Open Sans ExtraBold"/>
                <a:cs typeface="Open Sans ExtraBold"/>
                <a:sym typeface="Open Sans ExtraBold"/>
              </a:rPr>
              <a:t>Template - Replace This Text With Your Title</a:t>
            </a:r>
            <a:endParaRPr sz="8800">
              <a:solidFill>
                <a:srgbClr val="00629B"/>
              </a:solidFill>
              <a:latin typeface="Open Sans ExtraBold"/>
              <a:ea typeface="Open Sans ExtraBold"/>
              <a:cs typeface="Open Sans ExtraBold"/>
              <a:sym typeface="Open Sans ExtraBold"/>
            </a:endParaRPr>
          </a:p>
        </p:txBody>
      </p:sp>
      <p:sp>
        <p:nvSpPr>
          <p:cNvPr id="68" name="Google Shape;68;p14"/>
          <p:cNvSpPr txBox="1"/>
          <p:nvPr/>
        </p:nvSpPr>
        <p:spPr>
          <a:xfrm>
            <a:off x="21781777" y="3152725"/>
            <a:ext cx="20550000" cy="240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4800">
                <a:solidFill>
                  <a:schemeClr val="dk2"/>
                </a:solidFill>
                <a:latin typeface="Open Sans SemiBold"/>
                <a:ea typeface="Open Sans SemiBold"/>
                <a:cs typeface="Open Sans SemiBold"/>
                <a:sym typeface="Open Sans SemiBold"/>
              </a:rPr>
              <a:t>John Smith</a:t>
            </a:r>
            <a:r>
              <a:rPr baseline="30000" lang="en" sz="4800">
                <a:solidFill>
                  <a:schemeClr val="dk2"/>
                </a:solidFill>
                <a:latin typeface="Open Sans SemiBold"/>
                <a:ea typeface="Open Sans SemiBold"/>
                <a:cs typeface="Open Sans SemiBold"/>
                <a:sym typeface="Open Sans SemiBold"/>
              </a:rPr>
              <a:t>1</a:t>
            </a:r>
            <a:r>
              <a:rPr lang="en" sz="4800">
                <a:solidFill>
                  <a:schemeClr val="dk2"/>
                </a:solidFill>
                <a:latin typeface="Open Sans SemiBold"/>
                <a:ea typeface="Open Sans SemiBold"/>
                <a:cs typeface="Open Sans SemiBold"/>
                <a:sym typeface="Open Sans SemiBold"/>
              </a:rPr>
              <a:t>; Jane Doe</a:t>
            </a:r>
            <a:r>
              <a:rPr baseline="30000" lang="en" sz="4800">
                <a:solidFill>
                  <a:schemeClr val="dk2"/>
                </a:solidFill>
                <a:latin typeface="Open Sans SemiBold"/>
                <a:ea typeface="Open Sans SemiBold"/>
                <a:cs typeface="Open Sans SemiBold"/>
                <a:sym typeface="Open Sans SemiBold"/>
              </a:rPr>
              <a:t>2</a:t>
            </a:r>
            <a:endParaRPr baseline="30000" sz="4800">
              <a:solidFill>
                <a:schemeClr val="dk2"/>
              </a:solidFill>
              <a:latin typeface="Open Sans SemiBold"/>
              <a:ea typeface="Open Sans SemiBold"/>
              <a:cs typeface="Open Sans SemiBold"/>
              <a:sym typeface="Open Sans SemiBold"/>
            </a:endParaRPr>
          </a:p>
          <a:p>
            <a:pPr indent="0" lvl="0" marL="0" rtl="0" algn="ctr">
              <a:spcBef>
                <a:spcPts val="0"/>
              </a:spcBef>
              <a:spcAft>
                <a:spcPts val="0"/>
              </a:spcAft>
              <a:buNone/>
            </a:pPr>
            <a:r>
              <a:rPr baseline="30000" lang="en" sz="4800">
                <a:solidFill>
                  <a:schemeClr val="dk2"/>
                </a:solidFill>
                <a:latin typeface="Open Sans SemiBold"/>
                <a:ea typeface="Open Sans SemiBold"/>
                <a:cs typeface="Open Sans SemiBold"/>
                <a:sym typeface="Open Sans SemiBold"/>
              </a:rPr>
              <a:t>1</a:t>
            </a:r>
            <a:r>
              <a:rPr lang="en" sz="4800">
                <a:solidFill>
                  <a:schemeClr val="dk2"/>
                </a:solidFill>
                <a:latin typeface="Open Sans SemiBold"/>
                <a:ea typeface="Open Sans SemiBold"/>
                <a:cs typeface="Open Sans SemiBold"/>
                <a:sym typeface="Open Sans SemiBold"/>
              </a:rPr>
              <a:t>University of Affiliation, </a:t>
            </a:r>
            <a:r>
              <a:rPr baseline="30000" lang="en" sz="4800">
                <a:solidFill>
                  <a:schemeClr val="dk2"/>
                </a:solidFill>
                <a:latin typeface="Open Sans SemiBold"/>
                <a:ea typeface="Open Sans SemiBold"/>
                <a:cs typeface="Open Sans SemiBold"/>
                <a:sym typeface="Open Sans SemiBold"/>
              </a:rPr>
              <a:t>2</a:t>
            </a:r>
            <a:r>
              <a:rPr lang="en" sz="4800">
                <a:solidFill>
                  <a:schemeClr val="dk2"/>
                </a:solidFill>
                <a:latin typeface="Open Sans SemiBold"/>
                <a:ea typeface="Open Sans SemiBold"/>
                <a:cs typeface="Open Sans SemiBold"/>
                <a:sym typeface="Open Sans SemiBold"/>
              </a:rPr>
              <a:t>Institution of Affiliation</a:t>
            </a:r>
            <a:endParaRPr sz="4800">
              <a:solidFill>
                <a:schemeClr val="dk2"/>
              </a:solidFill>
              <a:latin typeface="Open Sans SemiBold"/>
              <a:ea typeface="Open Sans SemiBold"/>
              <a:cs typeface="Open Sans SemiBold"/>
              <a:sym typeface="Open Sans SemiBold"/>
            </a:endParaRPr>
          </a:p>
          <a:p>
            <a:pPr indent="0" lvl="0" marL="0" rtl="0" algn="ctr">
              <a:spcBef>
                <a:spcPts val="0"/>
              </a:spcBef>
              <a:spcAft>
                <a:spcPts val="0"/>
              </a:spcAft>
              <a:buNone/>
            </a:pPr>
            <a:r>
              <a:t/>
            </a:r>
            <a:endParaRPr b="1" sz="4800">
              <a:solidFill>
                <a:schemeClr val="dk2"/>
              </a:solidFill>
              <a:latin typeface="Open Sans"/>
              <a:ea typeface="Open Sans"/>
              <a:cs typeface="Open Sans"/>
              <a:sym typeface="Open Sans"/>
            </a:endParaRPr>
          </a:p>
        </p:txBody>
      </p:sp>
      <p:sp>
        <p:nvSpPr>
          <p:cNvPr id="69" name="Google Shape;69;p14"/>
          <p:cNvSpPr txBox="1"/>
          <p:nvPr/>
        </p:nvSpPr>
        <p:spPr>
          <a:xfrm>
            <a:off x="1735152" y="10254725"/>
            <a:ext cx="16944600" cy="4063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2800">
                <a:solidFill>
                  <a:schemeClr val="dk1"/>
                </a:solidFill>
                <a:latin typeface="Open Sans Medium"/>
                <a:ea typeface="Open Sans Medium"/>
                <a:cs typeface="Open Sans Medium"/>
                <a:sym typeface="Open Sans Medium"/>
              </a:rPr>
              <a:t>OCEANS accepts posters measuring up to 72 "× 48" (this template) and 48"×36" as the minimum dimensions. Please use the corresponding template for your chosen size. A separate 48"×36" template is provided.</a:t>
            </a:r>
            <a:endParaRPr sz="2800">
              <a:solidFill>
                <a:schemeClr val="dk1"/>
              </a:solidFill>
              <a:latin typeface="Open Sans Medium"/>
              <a:ea typeface="Open Sans Medium"/>
              <a:cs typeface="Open Sans Medium"/>
              <a:sym typeface="Open Sans Medium"/>
            </a:endParaRPr>
          </a:p>
          <a:p>
            <a:pPr indent="0" lvl="0" marL="0" rtl="0" algn="just">
              <a:spcBef>
                <a:spcPts val="0"/>
              </a:spcBef>
              <a:spcAft>
                <a:spcPts val="0"/>
              </a:spcAft>
              <a:buNone/>
            </a:pPr>
            <a:r>
              <a:t/>
            </a:r>
            <a:endParaRPr sz="2800">
              <a:solidFill>
                <a:schemeClr val="dk1"/>
              </a:solidFill>
              <a:latin typeface="Open Sans Medium"/>
              <a:ea typeface="Open Sans Medium"/>
              <a:cs typeface="Open Sans Medium"/>
              <a:sym typeface="Open Sans Medium"/>
            </a:endParaRPr>
          </a:p>
          <a:p>
            <a:pPr indent="-406400" lvl="0" marL="457200" rtl="0" algn="just">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Keep a small margin from edge, most plotters can't print all the way to the paper's edge.</a:t>
            </a:r>
            <a:endParaRPr sz="2800">
              <a:solidFill>
                <a:schemeClr val="dk1"/>
              </a:solidFill>
              <a:latin typeface="Open Sans Medium"/>
              <a:ea typeface="Open Sans Medium"/>
              <a:cs typeface="Open Sans Medium"/>
              <a:sym typeface="Open Sans Medium"/>
            </a:endParaRPr>
          </a:p>
          <a:p>
            <a:pPr indent="-406400" lvl="0" marL="457200" rtl="0" algn="just">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Recommended body text: no smaller than 24pt at final size.</a:t>
            </a:r>
            <a:endParaRPr sz="2800">
              <a:solidFill>
                <a:schemeClr val="dk1"/>
              </a:solidFill>
              <a:latin typeface="Open Sans Medium"/>
              <a:ea typeface="Open Sans Medium"/>
              <a:cs typeface="Open Sans Medium"/>
              <a:sym typeface="Open Sans Medium"/>
            </a:endParaRPr>
          </a:p>
          <a:p>
            <a:pPr indent="-406400" lvl="0" marL="457200" rtl="0" algn="just">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Section headers: 40–44pt; subsection headers: 34–38pt.</a:t>
            </a:r>
            <a:endParaRPr sz="2800">
              <a:solidFill>
                <a:schemeClr val="dk1"/>
              </a:solidFill>
              <a:latin typeface="Open Sans Medium"/>
              <a:ea typeface="Open Sans Medium"/>
              <a:cs typeface="Open Sans Medium"/>
              <a:sym typeface="Open Sans Medium"/>
            </a:endParaRPr>
          </a:p>
          <a:p>
            <a:pPr indent="-406400" lvl="0" marL="457200" rtl="0" algn="just">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Keep high-resolution graphics, check for pixelation by zooming to 100%.</a:t>
            </a:r>
            <a:endParaRPr sz="2800">
              <a:solidFill>
                <a:schemeClr val="dk1"/>
              </a:solidFill>
              <a:latin typeface="Open Sans Medium"/>
              <a:ea typeface="Open Sans Medium"/>
              <a:cs typeface="Open Sans Medium"/>
              <a:sym typeface="Open Sans Medium"/>
            </a:endParaRPr>
          </a:p>
          <a:p>
            <a:pPr indent="-406400" lvl="0" marL="457200" rtl="0" algn="just">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Aim for roughly 20–25% text and 40–45% graphics/figures. Posters are a visual medium.</a:t>
            </a:r>
            <a:endParaRPr sz="2800">
              <a:solidFill>
                <a:schemeClr val="dk1"/>
              </a:solidFill>
              <a:latin typeface="Open Sans Medium"/>
              <a:ea typeface="Open Sans Medium"/>
              <a:cs typeface="Open Sans Medium"/>
              <a:sym typeface="Open Sans Medium"/>
            </a:endParaRPr>
          </a:p>
        </p:txBody>
      </p:sp>
      <p:sp>
        <p:nvSpPr>
          <p:cNvPr id="70" name="Google Shape;70;p14"/>
          <p:cNvSpPr/>
          <p:nvPr/>
        </p:nvSpPr>
        <p:spPr>
          <a:xfrm>
            <a:off x="61249450" y="39936750"/>
            <a:ext cx="4334700" cy="3412800"/>
          </a:xfrm>
          <a:prstGeom prst="rect">
            <a:avLst/>
          </a:prstGeom>
          <a:solidFill>
            <a:schemeClr val="lt1"/>
          </a:solidFill>
          <a:ln cap="flat" cmpd="sng" w="38100">
            <a:solidFill>
              <a:srgbClr val="00629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Open Sans"/>
                <a:ea typeface="Open Sans"/>
                <a:cs typeface="Open Sans"/>
                <a:sym typeface="Open Sans"/>
              </a:rPr>
              <a:t>QR</a:t>
            </a:r>
            <a:endParaRPr b="1" sz="3000">
              <a:latin typeface="Open Sans"/>
              <a:ea typeface="Open Sans"/>
              <a:cs typeface="Open Sans"/>
              <a:sym typeface="Open Sans"/>
            </a:endParaRPr>
          </a:p>
          <a:p>
            <a:pPr indent="0" lvl="0" marL="0" rtl="0" algn="ctr">
              <a:spcBef>
                <a:spcPts val="0"/>
              </a:spcBef>
              <a:spcAft>
                <a:spcPts val="0"/>
              </a:spcAft>
              <a:buNone/>
            </a:pPr>
            <a:r>
              <a:rPr b="1" lang="en" sz="3000">
                <a:latin typeface="Open Sans"/>
                <a:ea typeface="Open Sans"/>
                <a:cs typeface="Open Sans"/>
                <a:sym typeface="Open Sans"/>
              </a:rPr>
              <a:t>CODE</a:t>
            </a:r>
            <a:endParaRPr b="1" sz="3000">
              <a:latin typeface="Open Sans"/>
              <a:ea typeface="Open Sans"/>
              <a:cs typeface="Open Sans"/>
              <a:sym typeface="Open Sans"/>
            </a:endParaRPr>
          </a:p>
        </p:txBody>
      </p:sp>
      <p:sp>
        <p:nvSpPr>
          <p:cNvPr id="71" name="Google Shape;71;p14"/>
          <p:cNvSpPr/>
          <p:nvPr/>
        </p:nvSpPr>
        <p:spPr>
          <a:xfrm>
            <a:off x="2512626" y="491500"/>
            <a:ext cx="9046200" cy="3412800"/>
          </a:xfrm>
          <a:prstGeom prst="rect">
            <a:avLst/>
          </a:prstGeom>
          <a:solidFill>
            <a:schemeClr val="lt1"/>
          </a:solidFill>
          <a:ln cap="flat" cmpd="sng" w="38100">
            <a:solidFill>
              <a:srgbClr val="00629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Open Sans"/>
                <a:ea typeface="Open Sans"/>
                <a:cs typeface="Open Sans"/>
                <a:sym typeface="Open Sans"/>
              </a:rPr>
              <a:t>School or Institution Logos  Here</a:t>
            </a:r>
            <a:endParaRPr b="1" sz="3000">
              <a:latin typeface="Open Sans"/>
              <a:ea typeface="Open Sans"/>
              <a:cs typeface="Open Sans"/>
              <a:sym typeface="Open Sans"/>
            </a:endParaRPr>
          </a:p>
        </p:txBody>
      </p:sp>
      <p:sp>
        <p:nvSpPr>
          <p:cNvPr id="72" name="Google Shape;72;p14"/>
          <p:cNvSpPr/>
          <p:nvPr/>
        </p:nvSpPr>
        <p:spPr>
          <a:xfrm>
            <a:off x="56201707" y="39936750"/>
            <a:ext cx="4334700" cy="3412800"/>
          </a:xfrm>
          <a:prstGeom prst="rect">
            <a:avLst/>
          </a:prstGeom>
          <a:solidFill>
            <a:schemeClr val="lt1"/>
          </a:solidFill>
          <a:ln cap="flat" cmpd="sng" w="38100">
            <a:solidFill>
              <a:srgbClr val="00629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3000">
                <a:latin typeface="Open Sans"/>
                <a:ea typeface="Open Sans"/>
                <a:cs typeface="Open Sans"/>
                <a:sym typeface="Open Sans"/>
              </a:rPr>
              <a:t>Other Logos</a:t>
            </a:r>
            <a:endParaRPr b="1" sz="3000">
              <a:latin typeface="Open Sans"/>
              <a:ea typeface="Open Sans"/>
              <a:cs typeface="Open Sans"/>
              <a:sym typeface="Open Sans"/>
            </a:endParaRPr>
          </a:p>
          <a:p>
            <a:pPr indent="0" lvl="0" marL="0" rtl="0" algn="l">
              <a:spcBef>
                <a:spcPts val="0"/>
              </a:spcBef>
              <a:spcAft>
                <a:spcPts val="0"/>
              </a:spcAft>
              <a:buNone/>
            </a:pPr>
            <a:r>
              <a:rPr b="1" lang="en" sz="3000">
                <a:latin typeface="Open Sans"/>
                <a:ea typeface="Open Sans"/>
                <a:cs typeface="Open Sans"/>
                <a:sym typeface="Open Sans"/>
              </a:rPr>
              <a:t>(optional)</a:t>
            </a:r>
            <a:endParaRPr b="1" sz="3000">
              <a:latin typeface="Open Sans"/>
              <a:ea typeface="Open Sans"/>
              <a:cs typeface="Open Sans"/>
              <a:sym typeface="Open Sans"/>
            </a:endParaRPr>
          </a:p>
        </p:txBody>
      </p:sp>
      <p:cxnSp>
        <p:nvCxnSpPr>
          <p:cNvPr id="73" name="Google Shape;73;p14"/>
          <p:cNvCxnSpPr/>
          <p:nvPr/>
        </p:nvCxnSpPr>
        <p:spPr>
          <a:xfrm flipH="1" rot="10800000">
            <a:off x="2741725" y="39323575"/>
            <a:ext cx="58949700" cy="214200"/>
          </a:xfrm>
          <a:prstGeom prst="straightConnector1">
            <a:avLst/>
          </a:prstGeom>
          <a:noFill/>
          <a:ln cap="flat" cmpd="sng" w="38100">
            <a:solidFill>
              <a:srgbClr val="CAE7F7"/>
            </a:solidFill>
            <a:prstDash val="solid"/>
            <a:round/>
            <a:headEnd len="med" w="med" type="none"/>
            <a:tailEnd len="med" w="med" type="none"/>
          </a:ln>
        </p:spPr>
      </p:cxnSp>
      <p:cxnSp>
        <p:nvCxnSpPr>
          <p:cNvPr id="74" name="Google Shape;74;p14"/>
          <p:cNvCxnSpPr/>
          <p:nvPr/>
        </p:nvCxnSpPr>
        <p:spPr>
          <a:xfrm flipH="1" rot="10800000">
            <a:off x="3308977" y="4867639"/>
            <a:ext cx="58949700" cy="214200"/>
          </a:xfrm>
          <a:prstGeom prst="straightConnector1">
            <a:avLst/>
          </a:prstGeom>
          <a:noFill/>
          <a:ln cap="flat" cmpd="sng" w="38100">
            <a:solidFill>
              <a:srgbClr val="CAE7F7"/>
            </a:solidFill>
            <a:prstDash val="solid"/>
            <a:round/>
            <a:headEnd len="med" w="med" type="none"/>
            <a:tailEnd len="med" w="med" type="none"/>
          </a:ln>
        </p:spPr>
      </p:cxnSp>
      <p:cxnSp>
        <p:nvCxnSpPr>
          <p:cNvPr id="75" name="Google Shape;75;p14"/>
          <p:cNvCxnSpPr/>
          <p:nvPr/>
        </p:nvCxnSpPr>
        <p:spPr>
          <a:xfrm>
            <a:off x="19995652" y="6764913"/>
            <a:ext cx="142800" cy="28761300"/>
          </a:xfrm>
          <a:prstGeom prst="straightConnector1">
            <a:avLst/>
          </a:prstGeom>
          <a:noFill/>
          <a:ln cap="flat" cmpd="sng" w="38100">
            <a:solidFill>
              <a:srgbClr val="00629B"/>
            </a:solidFill>
            <a:prstDash val="dot"/>
            <a:round/>
            <a:headEnd len="med" w="med" type="none"/>
            <a:tailEnd len="med" w="med" type="none"/>
          </a:ln>
        </p:spPr>
      </p:cxnSp>
      <p:cxnSp>
        <p:nvCxnSpPr>
          <p:cNvPr id="76" name="Google Shape;76;p14"/>
          <p:cNvCxnSpPr/>
          <p:nvPr/>
        </p:nvCxnSpPr>
        <p:spPr>
          <a:xfrm>
            <a:off x="44056277" y="6764900"/>
            <a:ext cx="142800" cy="28761300"/>
          </a:xfrm>
          <a:prstGeom prst="straightConnector1">
            <a:avLst/>
          </a:prstGeom>
          <a:noFill/>
          <a:ln cap="flat" cmpd="sng" w="38100">
            <a:solidFill>
              <a:schemeClr val="accent1"/>
            </a:solidFill>
            <a:prstDash val="dot"/>
            <a:round/>
            <a:headEnd len="med" w="med" type="none"/>
            <a:tailEnd len="med" w="med" type="none"/>
          </a:ln>
        </p:spPr>
      </p:cxnSp>
      <p:sp>
        <p:nvSpPr>
          <p:cNvPr id="77" name="Google Shape;77;p14"/>
          <p:cNvSpPr txBox="1"/>
          <p:nvPr/>
        </p:nvSpPr>
        <p:spPr>
          <a:xfrm>
            <a:off x="1491302" y="27025425"/>
            <a:ext cx="16944600" cy="2339700"/>
          </a:xfrm>
          <a:prstGeom prst="rect">
            <a:avLst/>
          </a:prstGeom>
          <a:noFill/>
          <a:ln>
            <a:noFill/>
          </a:ln>
        </p:spPr>
        <p:txBody>
          <a:bodyPr anchorCtr="0" anchor="t" bIns="91425" lIns="91425" spcFirstLastPara="1" rIns="91425" wrap="square" tIns="91425">
            <a:spAutoFit/>
          </a:bodyPr>
          <a:lstStyle/>
          <a:p>
            <a:pPr indent="0" lvl="0" marL="457200" rtl="0" algn="just">
              <a:spcBef>
                <a:spcPts val="0"/>
              </a:spcBef>
              <a:spcAft>
                <a:spcPts val="0"/>
              </a:spcAft>
              <a:buNone/>
            </a:pPr>
            <a:r>
              <a:rPr lang="en" sz="2800">
                <a:solidFill>
                  <a:schemeClr val="dk1"/>
                </a:solidFill>
                <a:latin typeface="Open Sans Medium"/>
                <a:ea typeface="Open Sans Medium"/>
                <a:cs typeface="Open Sans Medium"/>
                <a:sym typeface="Open Sans Medium"/>
              </a:rPr>
              <a:t>The poster session will be crowded, design your layout in columns so attendees can read top-to-bottom, left-to-right, without needing to backtrack. </a:t>
            </a:r>
            <a:endParaRPr sz="2800">
              <a:solidFill>
                <a:schemeClr val="dk1"/>
              </a:solidFill>
              <a:latin typeface="Open Sans Medium"/>
              <a:ea typeface="Open Sans Medium"/>
              <a:cs typeface="Open Sans Medium"/>
              <a:sym typeface="Open Sans Medium"/>
            </a:endParaRPr>
          </a:p>
          <a:p>
            <a:pPr indent="0" lvl="0" marL="457200" rtl="0" algn="just">
              <a:spcBef>
                <a:spcPts val="0"/>
              </a:spcBef>
              <a:spcAft>
                <a:spcPts val="0"/>
              </a:spcAft>
              <a:buNone/>
            </a:pPr>
            <a:r>
              <a:rPr lang="en" sz="2800">
                <a:solidFill>
                  <a:schemeClr val="dk1"/>
                </a:solidFill>
                <a:latin typeface="Open Sans Medium"/>
                <a:ea typeface="Open Sans Medium"/>
                <a:cs typeface="Open Sans Medium"/>
                <a:sym typeface="Open Sans Medium"/>
              </a:rPr>
              <a:t>Use photos, figures and tables to tell the story of your work. Minimize dense paragraphs. </a:t>
            </a:r>
            <a:endParaRPr sz="2800">
              <a:solidFill>
                <a:schemeClr val="dk1"/>
              </a:solidFill>
              <a:latin typeface="Open Sans Medium"/>
              <a:ea typeface="Open Sans Medium"/>
              <a:cs typeface="Open Sans Medium"/>
              <a:sym typeface="Open Sans Medium"/>
            </a:endParaRPr>
          </a:p>
          <a:p>
            <a:pPr indent="0" lvl="0" marL="457200" rtl="0" algn="just">
              <a:spcBef>
                <a:spcPts val="0"/>
              </a:spcBef>
              <a:spcAft>
                <a:spcPts val="0"/>
              </a:spcAft>
              <a:buNone/>
            </a:pPr>
            <a:r>
              <a:rPr lang="en" sz="2800">
                <a:solidFill>
                  <a:schemeClr val="dk1"/>
                </a:solidFill>
                <a:latin typeface="Open Sans Medium"/>
                <a:ea typeface="Open Sans Medium"/>
                <a:cs typeface="Open Sans Medium"/>
                <a:sym typeface="Open Sans Medium"/>
              </a:rPr>
              <a:t>Include a QR code linking to your paper, video or project page.</a:t>
            </a:r>
            <a:endParaRPr sz="2800">
              <a:solidFill>
                <a:schemeClr val="dk1"/>
              </a:solidFill>
              <a:latin typeface="Open Sans Medium"/>
              <a:ea typeface="Open Sans Medium"/>
              <a:cs typeface="Open Sans Medium"/>
              <a:sym typeface="Open Sans Medium"/>
            </a:endParaRPr>
          </a:p>
          <a:p>
            <a:pPr indent="0" lvl="0" marL="457200" rtl="0" algn="just">
              <a:spcBef>
                <a:spcPts val="0"/>
              </a:spcBef>
              <a:spcAft>
                <a:spcPts val="0"/>
              </a:spcAft>
              <a:buNone/>
            </a:pPr>
            <a:r>
              <a:rPr b="1" lang="en" sz="2800">
                <a:solidFill>
                  <a:schemeClr val="dk1"/>
                </a:solidFill>
                <a:latin typeface="Open Sans"/>
                <a:ea typeface="Open Sans"/>
                <a:cs typeface="Open Sans"/>
                <a:sym typeface="Open Sans"/>
              </a:rPr>
              <a:t>You are welcome to change the layout of this template to fit your work. </a:t>
            </a:r>
            <a:endParaRPr b="1" sz="2800">
              <a:solidFill>
                <a:schemeClr val="dk1"/>
              </a:solidFill>
              <a:latin typeface="Open Sans"/>
              <a:ea typeface="Open Sans"/>
              <a:cs typeface="Open Sans"/>
              <a:sym typeface="Open Sans"/>
            </a:endParaRPr>
          </a:p>
        </p:txBody>
      </p:sp>
      <p:sp>
        <p:nvSpPr>
          <p:cNvPr id="78" name="Google Shape;78;p14"/>
          <p:cNvSpPr txBox="1"/>
          <p:nvPr/>
        </p:nvSpPr>
        <p:spPr>
          <a:xfrm>
            <a:off x="1979002" y="25673050"/>
            <a:ext cx="16944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800">
                <a:solidFill>
                  <a:srgbClr val="00629B"/>
                </a:solidFill>
                <a:latin typeface="Open Sans SemiBold"/>
                <a:ea typeface="Open Sans SemiBold"/>
                <a:cs typeface="Open Sans SemiBold"/>
                <a:sym typeface="Open Sans SemiBold"/>
              </a:rPr>
              <a:t>Subsection 2: Layout</a:t>
            </a:r>
            <a:endParaRPr sz="3800">
              <a:solidFill>
                <a:srgbClr val="00629B"/>
              </a:solidFill>
              <a:latin typeface="Open Sans SemiBold"/>
              <a:ea typeface="Open Sans SemiBold"/>
              <a:cs typeface="Open Sans SemiBold"/>
              <a:sym typeface="Open Sans SemiBold"/>
            </a:endParaRPr>
          </a:p>
        </p:txBody>
      </p:sp>
      <p:sp>
        <p:nvSpPr>
          <p:cNvPr id="79" name="Google Shape;79;p14"/>
          <p:cNvSpPr txBox="1"/>
          <p:nvPr/>
        </p:nvSpPr>
        <p:spPr>
          <a:xfrm>
            <a:off x="21942052" y="6981950"/>
            <a:ext cx="13625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800">
                <a:solidFill>
                  <a:srgbClr val="00629B"/>
                </a:solidFill>
                <a:latin typeface="Open Sans"/>
                <a:ea typeface="Open Sans"/>
                <a:cs typeface="Open Sans"/>
                <a:sym typeface="Open Sans"/>
              </a:rPr>
              <a:t>Section 2: Results</a:t>
            </a:r>
            <a:endParaRPr b="1" sz="4800">
              <a:solidFill>
                <a:srgbClr val="00629B"/>
              </a:solidFill>
              <a:latin typeface="Open Sans"/>
              <a:ea typeface="Open Sans"/>
              <a:cs typeface="Open Sans"/>
              <a:sym typeface="Open Sans"/>
            </a:endParaRPr>
          </a:p>
        </p:txBody>
      </p:sp>
      <p:sp>
        <p:nvSpPr>
          <p:cNvPr id="80" name="Google Shape;80;p14"/>
          <p:cNvSpPr txBox="1"/>
          <p:nvPr/>
        </p:nvSpPr>
        <p:spPr>
          <a:xfrm>
            <a:off x="45443777" y="9029900"/>
            <a:ext cx="205500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800">
                <a:solidFill>
                  <a:srgbClr val="00629B"/>
                </a:solidFill>
                <a:latin typeface="Open Sans SemiBold"/>
                <a:ea typeface="Open Sans SemiBold"/>
                <a:cs typeface="Open Sans SemiBold"/>
                <a:sym typeface="Open Sans SemiBold"/>
              </a:rPr>
              <a:t>Subsection 1: Logos,  QR Code and Images</a:t>
            </a:r>
            <a:endParaRPr sz="3800">
              <a:solidFill>
                <a:srgbClr val="00629B"/>
              </a:solidFill>
              <a:latin typeface="Open Sans SemiBold"/>
              <a:ea typeface="Open Sans SemiBold"/>
              <a:cs typeface="Open Sans SemiBold"/>
              <a:sym typeface="Open Sans SemiBold"/>
            </a:endParaRPr>
          </a:p>
        </p:txBody>
      </p:sp>
      <p:sp>
        <p:nvSpPr>
          <p:cNvPr id="81" name="Google Shape;81;p14"/>
          <p:cNvSpPr txBox="1"/>
          <p:nvPr/>
        </p:nvSpPr>
        <p:spPr>
          <a:xfrm>
            <a:off x="45443777" y="10954850"/>
            <a:ext cx="11399400" cy="3589500"/>
          </a:xfrm>
          <a:prstGeom prst="rect">
            <a:avLst/>
          </a:prstGeom>
          <a:noFill/>
          <a:ln>
            <a:noFill/>
          </a:ln>
        </p:spPr>
        <p:txBody>
          <a:bodyPr anchorCtr="0" anchor="t" bIns="91425" lIns="91425" spcFirstLastPara="1" rIns="91425" wrap="square" tIns="91425">
            <a:spAutoFit/>
          </a:bodyPr>
          <a:lstStyle/>
          <a:p>
            <a:pPr indent="-406400" lvl="0" marL="457200" rtl="0" algn="l">
              <a:lnSpc>
                <a:spcPct val="115000"/>
              </a:lnSpc>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Replace "Institution Logo Here" and "Other logos" placeholders with your university/lab and funding-agency logos. Keep logos small and consistent in height so the row looks uniform.</a:t>
            </a:r>
            <a:endParaRPr sz="2800">
              <a:solidFill>
                <a:schemeClr val="dk1"/>
              </a:solidFill>
              <a:latin typeface="Open Sans Medium"/>
              <a:ea typeface="Open Sans Medium"/>
              <a:cs typeface="Open Sans Medium"/>
              <a:sym typeface="Open Sans Medium"/>
            </a:endParaRPr>
          </a:p>
          <a:p>
            <a:pPr indent="-406400" lvl="0" marL="457200" rtl="0" algn="l">
              <a:lnSpc>
                <a:spcPct val="115000"/>
              </a:lnSpc>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The QR code should link to your full paper, a project webpage, or a video. </a:t>
            </a:r>
            <a:r>
              <a:rPr b="1" lang="en" sz="2800">
                <a:solidFill>
                  <a:schemeClr val="dk1"/>
                </a:solidFill>
                <a:latin typeface="Open Sans"/>
                <a:ea typeface="Open Sans"/>
                <a:cs typeface="Open Sans"/>
                <a:sym typeface="Open Sans"/>
              </a:rPr>
              <a:t>Test the link before printing.</a:t>
            </a:r>
            <a:endParaRPr b="1" sz="2800">
              <a:solidFill>
                <a:schemeClr val="dk1"/>
              </a:solidFill>
              <a:latin typeface="Open Sans"/>
              <a:ea typeface="Open Sans"/>
              <a:cs typeface="Open Sans"/>
              <a:sym typeface="Open Sans"/>
            </a:endParaRPr>
          </a:p>
          <a:p>
            <a:pPr indent="-406400" lvl="0" marL="457200" rtl="0" algn="l">
              <a:lnSpc>
                <a:spcPct val="115000"/>
              </a:lnSpc>
              <a:spcBef>
                <a:spcPts val="0"/>
              </a:spcBef>
              <a:spcAft>
                <a:spcPts val="0"/>
              </a:spcAft>
              <a:buClr>
                <a:schemeClr val="dk1"/>
              </a:buClr>
              <a:buSzPts val="2800"/>
              <a:buFont typeface="Open Sans"/>
              <a:buChar char="-"/>
            </a:pPr>
            <a:r>
              <a:rPr b="1" lang="en" sz="2800">
                <a:solidFill>
                  <a:schemeClr val="dk1"/>
                </a:solidFill>
                <a:latin typeface="Open Sans"/>
                <a:ea typeface="Open Sans"/>
                <a:cs typeface="Open Sans"/>
                <a:sym typeface="Open Sans"/>
              </a:rPr>
              <a:t>N</a:t>
            </a:r>
            <a:r>
              <a:rPr lang="en" sz="2800">
                <a:solidFill>
                  <a:schemeClr val="dk1"/>
                </a:solidFill>
                <a:latin typeface="Open Sans Medium"/>
                <a:ea typeface="Open Sans Medium"/>
                <a:cs typeface="Open Sans Medium"/>
                <a:sym typeface="Open Sans Medium"/>
              </a:rPr>
              <a:t>umber or letter your figures and refer to them in the text ("Fig. 1 shows...") just as you would in the paper.</a:t>
            </a:r>
            <a:endParaRPr sz="2800">
              <a:solidFill>
                <a:schemeClr val="dk1"/>
              </a:solidFill>
              <a:latin typeface="Open Sans Medium"/>
              <a:ea typeface="Open Sans Medium"/>
              <a:cs typeface="Open Sans Medium"/>
              <a:sym typeface="Open Sans Medium"/>
            </a:endParaRPr>
          </a:p>
        </p:txBody>
      </p:sp>
      <p:sp>
        <p:nvSpPr>
          <p:cNvPr id="82" name="Google Shape;82;p14"/>
          <p:cNvSpPr txBox="1"/>
          <p:nvPr/>
        </p:nvSpPr>
        <p:spPr>
          <a:xfrm>
            <a:off x="44944202" y="17910113"/>
            <a:ext cx="16944600" cy="1385400"/>
          </a:xfrm>
          <a:prstGeom prst="rect">
            <a:avLst/>
          </a:prstGeom>
          <a:noFill/>
          <a:ln>
            <a:noFill/>
          </a:ln>
        </p:spPr>
        <p:txBody>
          <a:bodyPr anchorCtr="0" anchor="t" bIns="91425" lIns="91425" spcFirstLastPara="1" rIns="91425" wrap="square" tIns="91425">
            <a:spAutoFit/>
          </a:bodyPr>
          <a:lstStyle/>
          <a:p>
            <a:pPr indent="0" lvl="0" marL="457200" rtl="0" algn="just">
              <a:spcBef>
                <a:spcPts val="0"/>
              </a:spcBef>
              <a:spcAft>
                <a:spcPts val="0"/>
              </a:spcAft>
              <a:buNone/>
            </a:pPr>
            <a:r>
              <a:rPr lang="en" sz="2600">
                <a:solidFill>
                  <a:schemeClr val="dk1"/>
                </a:solidFill>
                <a:latin typeface="Open Sans Medium"/>
                <a:ea typeface="Open Sans Medium"/>
                <a:cs typeface="Open Sans Medium"/>
                <a:sym typeface="Open Sans Medium"/>
              </a:rPr>
              <a:t>Replace the placeholder title with your paper's title, in Title Case, no smaller than 44pt. List authors with superscript numbers linking to affiliations below. Keep author affiliations to institution/university and department only , no full addresses.</a:t>
            </a:r>
            <a:endParaRPr b="1" sz="2600">
              <a:solidFill>
                <a:schemeClr val="dk1"/>
              </a:solidFill>
              <a:latin typeface="Open Sans"/>
              <a:ea typeface="Open Sans"/>
              <a:cs typeface="Open Sans"/>
              <a:sym typeface="Open Sans"/>
            </a:endParaRPr>
          </a:p>
        </p:txBody>
      </p:sp>
      <p:sp>
        <p:nvSpPr>
          <p:cNvPr id="83" name="Google Shape;83;p14"/>
          <p:cNvSpPr txBox="1"/>
          <p:nvPr/>
        </p:nvSpPr>
        <p:spPr>
          <a:xfrm>
            <a:off x="45443777" y="16236575"/>
            <a:ext cx="205500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800">
                <a:solidFill>
                  <a:srgbClr val="00629B"/>
                </a:solidFill>
                <a:latin typeface="Open Sans SemiBold"/>
                <a:ea typeface="Open Sans SemiBold"/>
                <a:cs typeface="Open Sans SemiBold"/>
                <a:sym typeface="Open Sans SemiBold"/>
              </a:rPr>
              <a:t>Subsection 2: Title and Authors block</a:t>
            </a:r>
            <a:endParaRPr sz="3800">
              <a:solidFill>
                <a:srgbClr val="00629B"/>
              </a:solidFill>
              <a:latin typeface="Open Sans SemiBold"/>
              <a:ea typeface="Open Sans SemiBold"/>
              <a:cs typeface="Open Sans SemiBold"/>
              <a:sym typeface="Open Sans SemiBold"/>
            </a:endParaRPr>
          </a:p>
        </p:txBody>
      </p:sp>
      <p:sp>
        <p:nvSpPr>
          <p:cNvPr id="84" name="Google Shape;84;p14"/>
          <p:cNvSpPr txBox="1"/>
          <p:nvPr/>
        </p:nvSpPr>
        <p:spPr>
          <a:xfrm>
            <a:off x="45160139" y="29498988"/>
            <a:ext cx="13625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800">
                <a:solidFill>
                  <a:srgbClr val="00629B"/>
                </a:solidFill>
                <a:latin typeface="Open Sans"/>
                <a:ea typeface="Open Sans"/>
                <a:cs typeface="Open Sans"/>
                <a:sym typeface="Open Sans"/>
              </a:rPr>
              <a:t>References</a:t>
            </a:r>
            <a:endParaRPr b="1" sz="4800">
              <a:solidFill>
                <a:srgbClr val="00629B"/>
              </a:solidFill>
              <a:latin typeface="Open Sans"/>
              <a:ea typeface="Open Sans"/>
              <a:cs typeface="Open Sans"/>
              <a:sym typeface="Open Sans"/>
            </a:endParaRPr>
          </a:p>
        </p:txBody>
      </p:sp>
      <p:sp>
        <p:nvSpPr>
          <p:cNvPr id="85" name="Google Shape;85;p14"/>
          <p:cNvSpPr txBox="1"/>
          <p:nvPr/>
        </p:nvSpPr>
        <p:spPr>
          <a:xfrm>
            <a:off x="45160139" y="24083113"/>
            <a:ext cx="13625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800">
                <a:solidFill>
                  <a:srgbClr val="00629B"/>
                </a:solidFill>
                <a:latin typeface="Open Sans"/>
                <a:ea typeface="Open Sans"/>
                <a:cs typeface="Open Sans"/>
                <a:sym typeface="Open Sans"/>
              </a:rPr>
              <a:t>Summary or Conclusion</a:t>
            </a:r>
            <a:endParaRPr b="1" sz="4800">
              <a:solidFill>
                <a:srgbClr val="00629B"/>
              </a:solidFill>
              <a:latin typeface="Open Sans"/>
              <a:ea typeface="Open Sans"/>
              <a:cs typeface="Open Sans"/>
              <a:sym typeface="Open Sans"/>
            </a:endParaRPr>
          </a:p>
        </p:txBody>
      </p:sp>
      <p:sp>
        <p:nvSpPr>
          <p:cNvPr id="86" name="Google Shape;86;p14"/>
          <p:cNvSpPr txBox="1"/>
          <p:nvPr/>
        </p:nvSpPr>
        <p:spPr>
          <a:xfrm>
            <a:off x="45443777" y="7143313"/>
            <a:ext cx="13625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800">
                <a:solidFill>
                  <a:srgbClr val="00629B"/>
                </a:solidFill>
                <a:latin typeface="Open Sans"/>
                <a:ea typeface="Open Sans"/>
                <a:cs typeface="Open Sans"/>
                <a:sym typeface="Open Sans"/>
              </a:rPr>
              <a:t>Section 4: Other sections</a:t>
            </a:r>
            <a:endParaRPr b="1" sz="4800">
              <a:solidFill>
                <a:srgbClr val="00629B"/>
              </a:solidFill>
              <a:latin typeface="Open Sans"/>
              <a:ea typeface="Open Sans"/>
              <a:cs typeface="Open Sans"/>
              <a:sym typeface="Open Sans"/>
            </a:endParaRPr>
          </a:p>
        </p:txBody>
      </p:sp>
      <p:sp>
        <p:nvSpPr>
          <p:cNvPr id="87" name="Google Shape;87;p14"/>
          <p:cNvSpPr txBox="1"/>
          <p:nvPr/>
        </p:nvSpPr>
        <p:spPr>
          <a:xfrm>
            <a:off x="21942052" y="8900438"/>
            <a:ext cx="16944600" cy="2102700"/>
          </a:xfrm>
          <a:prstGeom prst="rect">
            <a:avLst/>
          </a:prstGeom>
          <a:noFill/>
          <a:ln>
            <a:noFill/>
          </a:ln>
        </p:spPr>
        <p:txBody>
          <a:bodyPr anchorCtr="0" anchor="t" bIns="91425" lIns="91425" spcFirstLastPara="1" rIns="91425" wrap="square" tIns="91425">
            <a:spAutoFit/>
          </a:bodyPr>
          <a:lstStyle/>
          <a:p>
            <a:pPr indent="-406400" lvl="0" marL="457200" rtl="0" algn="l">
              <a:lnSpc>
                <a:spcPct val="115000"/>
              </a:lnSpc>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Include figures than are in your paper,  this is your chance to show data or diagrams that didn't fit the page limit. Use large, legible axis labels and legends (18pt minimum).</a:t>
            </a:r>
            <a:endParaRPr sz="2800">
              <a:solidFill>
                <a:schemeClr val="dk1"/>
              </a:solidFill>
              <a:latin typeface="Open Sans Medium"/>
              <a:ea typeface="Open Sans Medium"/>
              <a:cs typeface="Open Sans Medium"/>
              <a:sym typeface="Open Sans Medium"/>
            </a:endParaRPr>
          </a:p>
          <a:p>
            <a:pPr indent="-406400" lvl="0" marL="457200" rtl="0" algn="l">
              <a:lnSpc>
                <a:spcPct val="115000"/>
              </a:lnSpc>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Avoid simply pasting paper figures at their original small size; re-export or redraw them at higher resolution so they read clearly from 4–6 feet away.</a:t>
            </a:r>
            <a:endParaRPr sz="2800">
              <a:solidFill>
                <a:schemeClr val="dk1"/>
              </a:solidFill>
              <a:latin typeface="Open Sans Medium"/>
              <a:ea typeface="Open Sans Medium"/>
              <a:cs typeface="Open Sans Medium"/>
              <a:sym typeface="Open Sans Medium"/>
            </a:endParaRPr>
          </a:p>
        </p:txBody>
      </p:sp>
      <p:sp>
        <p:nvSpPr>
          <p:cNvPr id="88" name="Google Shape;88;p14"/>
          <p:cNvSpPr txBox="1"/>
          <p:nvPr/>
        </p:nvSpPr>
        <p:spPr>
          <a:xfrm>
            <a:off x="45299464" y="25496363"/>
            <a:ext cx="16944600" cy="985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2600">
                <a:solidFill>
                  <a:schemeClr val="dk1"/>
                </a:solidFill>
                <a:latin typeface="Open Sans Medium"/>
                <a:ea typeface="Open Sans Medium"/>
                <a:cs typeface="Open Sans Medium"/>
                <a:sym typeface="Open Sans Medium"/>
              </a:rPr>
              <a:t>Summarize your key contributions in 3–5 bullet points.</a:t>
            </a:r>
            <a:endParaRPr sz="2600">
              <a:solidFill>
                <a:schemeClr val="dk1"/>
              </a:solidFill>
              <a:latin typeface="Open Sans Medium"/>
              <a:ea typeface="Open Sans Medium"/>
              <a:cs typeface="Open Sans Medium"/>
              <a:sym typeface="Open Sans Medium"/>
            </a:endParaRPr>
          </a:p>
          <a:p>
            <a:pPr indent="0" lvl="0" marL="0" rtl="0" algn="just">
              <a:spcBef>
                <a:spcPts val="0"/>
              </a:spcBef>
              <a:spcAft>
                <a:spcPts val="0"/>
              </a:spcAft>
              <a:buNone/>
            </a:pPr>
            <a:r>
              <a:rPr lang="en" sz="2600">
                <a:solidFill>
                  <a:schemeClr val="dk1"/>
                </a:solidFill>
                <a:latin typeface="Open Sans Medium"/>
                <a:ea typeface="Open Sans Medium"/>
                <a:cs typeface="Open Sans Medium"/>
                <a:sym typeface="Open Sans Medium"/>
              </a:rPr>
              <a:t>Include links to code, datasets, or extended video if available.</a:t>
            </a:r>
            <a:endParaRPr b="1" sz="2600">
              <a:solidFill>
                <a:schemeClr val="dk1"/>
              </a:solidFill>
              <a:latin typeface="Open Sans"/>
              <a:ea typeface="Open Sans"/>
              <a:cs typeface="Open Sans"/>
              <a:sym typeface="Open Sans"/>
            </a:endParaRPr>
          </a:p>
        </p:txBody>
      </p:sp>
      <p:sp>
        <p:nvSpPr>
          <p:cNvPr id="89" name="Google Shape;89;p14"/>
          <p:cNvSpPr/>
          <p:nvPr/>
        </p:nvSpPr>
        <p:spPr>
          <a:xfrm>
            <a:off x="2581927" y="16452188"/>
            <a:ext cx="14235000" cy="6944100"/>
          </a:xfrm>
          <a:prstGeom prst="rect">
            <a:avLst/>
          </a:prstGeom>
          <a:solidFill>
            <a:schemeClr val="lt1"/>
          </a:solidFill>
          <a:ln cap="flat" cmpd="sng" w="38100">
            <a:solidFill>
              <a:srgbClr val="00629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0">
                <a:latin typeface="Open Sans"/>
                <a:ea typeface="Open Sans"/>
                <a:cs typeface="Open Sans"/>
                <a:sym typeface="Open Sans"/>
              </a:rPr>
              <a:t>Placeholder</a:t>
            </a:r>
            <a:r>
              <a:rPr b="1" lang="en" sz="7000">
                <a:latin typeface="Open Sans"/>
                <a:ea typeface="Open Sans"/>
                <a:cs typeface="Open Sans"/>
                <a:sym typeface="Open Sans"/>
              </a:rPr>
              <a:t> for images</a:t>
            </a:r>
            <a:endParaRPr b="1" sz="7000">
              <a:latin typeface="Open Sans"/>
              <a:ea typeface="Open Sans"/>
              <a:cs typeface="Open Sans"/>
              <a:sym typeface="Open Sans"/>
            </a:endParaRPr>
          </a:p>
        </p:txBody>
      </p:sp>
      <p:sp>
        <p:nvSpPr>
          <p:cNvPr id="90" name="Google Shape;90;p14"/>
          <p:cNvSpPr/>
          <p:nvPr/>
        </p:nvSpPr>
        <p:spPr>
          <a:xfrm>
            <a:off x="58087912" y="8150050"/>
            <a:ext cx="5921700" cy="6193800"/>
          </a:xfrm>
          <a:prstGeom prst="rect">
            <a:avLst/>
          </a:prstGeom>
          <a:solidFill>
            <a:schemeClr val="lt1"/>
          </a:solidFill>
          <a:ln cap="flat" cmpd="sng" w="38100">
            <a:solidFill>
              <a:srgbClr val="00629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0">
                <a:latin typeface="Open Sans"/>
                <a:ea typeface="Open Sans"/>
                <a:cs typeface="Open Sans"/>
                <a:sym typeface="Open Sans"/>
              </a:rPr>
              <a:t>Placeholder</a:t>
            </a:r>
            <a:r>
              <a:rPr b="1" lang="en" sz="7000">
                <a:latin typeface="Open Sans"/>
                <a:ea typeface="Open Sans"/>
                <a:cs typeface="Open Sans"/>
                <a:sym typeface="Open Sans"/>
              </a:rPr>
              <a:t> for images</a:t>
            </a:r>
            <a:endParaRPr b="1" sz="7000">
              <a:latin typeface="Open Sans"/>
              <a:ea typeface="Open Sans"/>
              <a:cs typeface="Open Sans"/>
              <a:sym typeface="Open Sans"/>
            </a:endParaRPr>
          </a:p>
        </p:txBody>
      </p:sp>
      <p:sp>
        <p:nvSpPr>
          <p:cNvPr id="91" name="Google Shape;91;p14"/>
          <p:cNvSpPr/>
          <p:nvPr/>
        </p:nvSpPr>
        <p:spPr>
          <a:xfrm>
            <a:off x="24694464" y="12246263"/>
            <a:ext cx="14235000" cy="6944100"/>
          </a:xfrm>
          <a:prstGeom prst="rect">
            <a:avLst/>
          </a:prstGeom>
          <a:solidFill>
            <a:schemeClr val="lt1"/>
          </a:solidFill>
          <a:ln cap="flat" cmpd="sng" w="38100">
            <a:solidFill>
              <a:srgbClr val="00629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0">
                <a:latin typeface="Open Sans"/>
                <a:ea typeface="Open Sans"/>
                <a:cs typeface="Open Sans"/>
                <a:sym typeface="Open Sans"/>
              </a:rPr>
              <a:t>Placeholder</a:t>
            </a:r>
            <a:r>
              <a:rPr b="1" lang="en" sz="7000">
                <a:latin typeface="Open Sans"/>
                <a:ea typeface="Open Sans"/>
                <a:cs typeface="Open Sans"/>
                <a:sym typeface="Open Sans"/>
              </a:rPr>
              <a:t> for images</a:t>
            </a:r>
            <a:endParaRPr b="1" sz="7000">
              <a:latin typeface="Open Sans"/>
              <a:ea typeface="Open Sans"/>
              <a:cs typeface="Open Sans"/>
              <a:sym typeface="Open Sans"/>
            </a:endParaRPr>
          </a:p>
        </p:txBody>
      </p:sp>
      <p:sp>
        <p:nvSpPr>
          <p:cNvPr id="92" name="Google Shape;92;p14"/>
          <p:cNvSpPr txBox="1"/>
          <p:nvPr/>
        </p:nvSpPr>
        <p:spPr>
          <a:xfrm>
            <a:off x="44632214" y="30643318"/>
            <a:ext cx="16944600" cy="2339700"/>
          </a:xfrm>
          <a:prstGeom prst="rect">
            <a:avLst/>
          </a:prstGeom>
          <a:noFill/>
          <a:ln>
            <a:noFill/>
          </a:ln>
        </p:spPr>
        <p:txBody>
          <a:bodyPr anchorCtr="0" anchor="t" bIns="91425" lIns="91425" spcFirstLastPara="1" rIns="91425" wrap="square" tIns="91425">
            <a:spAutoFit/>
          </a:bodyPr>
          <a:lstStyle/>
          <a:p>
            <a:pPr indent="0" lvl="0" marL="457200" rtl="0" algn="just">
              <a:spcBef>
                <a:spcPts val="0"/>
              </a:spcBef>
              <a:spcAft>
                <a:spcPts val="0"/>
              </a:spcAft>
              <a:buNone/>
            </a:pPr>
            <a:r>
              <a:rPr lang="en" sz="2800">
                <a:solidFill>
                  <a:schemeClr val="dk1"/>
                </a:solidFill>
                <a:latin typeface="Open Sans Medium"/>
                <a:ea typeface="Open Sans Medium"/>
                <a:cs typeface="Open Sans Medium"/>
                <a:sym typeface="Open Sans Medium"/>
              </a:rPr>
              <a:t>The poster session will be crowded, design your layout in columns so attendees can read top-to-bottom, left-to-right, without needing to backtrack. </a:t>
            </a:r>
            <a:endParaRPr sz="2800">
              <a:solidFill>
                <a:schemeClr val="dk1"/>
              </a:solidFill>
              <a:latin typeface="Open Sans Medium"/>
              <a:ea typeface="Open Sans Medium"/>
              <a:cs typeface="Open Sans Medium"/>
              <a:sym typeface="Open Sans Medium"/>
            </a:endParaRPr>
          </a:p>
          <a:p>
            <a:pPr indent="0" lvl="0" marL="457200" rtl="0" algn="just">
              <a:spcBef>
                <a:spcPts val="0"/>
              </a:spcBef>
              <a:spcAft>
                <a:spcPts val="0"/>
              </a:spcAft>
              <a:buNone/>
            </a:pPr>
            <a:r>
              <a:rPr lang="en" sz="2800">
                <a:solidFill>
                  <a:schemeClr val="dk1"/>
                </a:solidFill>
                <a:latin typeface="Open Sans Medium"/>
                <a:ea typeface="Open Sans Medium"/>
                <a:cs typeface="Open Sans Medium"/>
                <a:sym typeface="Open Sans Medium"/>
              </a:rPr>
              <a:t>Use photos, figures and tables to tell the story of your work. Minimize dense paragraphs. </a:t>
            </a:r>
            <a:endParaRPr sz="2800">
              <a:solidFill>
                <a:schemeClr val="dk1"/>
              </a:solidFill>
              <a:latin typeface="Open Sans Medium"/>
              <a:ea typeface="Open Sans Medium"/>
              <a:cs typeface="Open Sans Medium"/>
              <a:sym typeface="Open Sans Medium"/>
            </a:endParaRPr>
          </a:p>
          <a:p>
            <a:pPr indent="0" lvl="0" marL="457200" rtl="0" algn="just">
              <a:spcBef>
                <a:spcPts val="0"/>
              </a:spcBef>
              <a:spcAft>
                <a:spcPts val="0"/>
              </a:spcAft>
              <a:buNone/>
            </a:pPr>
            <a:r>
              <a:rPr lang="en" sz="2800">
                <a:solidFill>
                  <a:schemeClr val="dk1"/>
                </a:solidFill>
                <a:latin typeface="Open Sans Medium"/>
                <a:ea typeface="Open Sans Medium"/>
                <a:cs typeface="Open Sans Medium"/>
                <a:sym typeface="Open Sans Medium"/>
              </a:rPr>
              <a:t>Include a QR code linking to your paper, video or project page.</a:t>
            </a:r>
            <a:endParaRPr sz="2800">
              <a:solidFill>
                <a:schemeClr val="dk1"/>
              </a:solidFill>
              <a:latin typeface="Open Sans Medium"/>
              <a:ea typeface="Open Sans Medium"/>
              <a:cs typeface="Open Sans Medium"/>
              <a:sym typeface="Open Sans Medium"/>
            </a:endParaRPr>
          </a:p>
          <a:p>
            <a:pPr indent="0" lvl="0" marL="457200" rtl="0" algn="just">
              <a:spcBef>
                <a:spcPts val="0"/>
              </a:spcBef>
              <a:spcAft>
                <a:spcPts val="0"/>
              </a:spcAft>
              <a:buNone/>
            </a:pPr>
            <a:r>
              <a:rPr b="1" lang="en" sz="2800">
                <a:solidFill>
                  <a:schemeClr val="dk1"/>
                </a:solidFill>
                <a:latin typeface="Open Sans"/>
                <a:ea typeface="Open Sans"/>
                <a:cs typeface="Open Sans"/>
                <a:sym typeface="Open Sans"/>
              </a:rPr>
              <a:t>You are welcome to change the layout of this template to fit your work. </a:t>
            </a:r>
            <a:endParaRPr b="1" sz="2800">
              <a:solidFill>
                <a:schemeClr val="dk1"/>
              </a:solidFill>
              <a:latin typeface="Open Sans"/>
              <a:ea typeface="Open Sans"/>
              <a:cs typeface="Open Sans"/>
              <a:sym typeface="Open Sans"/>
            </a:endParaRPr>
          </a:p>
        </p:txBody>
      </p:sp>
      <p:sp>
        <p:nvSpPr>
          <p:cNvPr id="93" name="Google Shape;93;p14"/>
          <p:cNvSpPr txBox="1"/>
          <p:nvPr/>
        </p:nvSpPr>
        <p:spPr>
          <a:xfrm>
            <a:off x="1894950" y="41181972"/>
            <a:ext cx="16944600" cy="1785600"/>
          </a:xfrm>
          <a:prstGeom prst="rect">
            <a:avLst/>
          </a:prstGeom>
          <a:noFill/>
          <a:ln>
            <a:noFill/>
          </a:ln>
        </p:spPr>
        <p:txBody>
          <a:bodyPr anchorCtr="0" anchor="t" bIns="91425" lIns="91425" spcFirstLastPara="1" rIns="91425" wrap="square" tIns="91425">
            <a:spAutoFit/>
          </a:bodyPr>
          <a:lstStyle/>
          <a:p>
            <a:pPr indent="0" lvl="0" marL="457200" rtl="0" algn="just">
              <a:spcBef>
                <a:spcPts val="0"/>
              </a:spcBef>
              <a:spcAft>
                <a:spcPts val="0"/>
              </a:spcAft>
              <a:buNone/>
            </a:pPr>
            <a:r>
              <a:t/>
            </a:r>
            <a:endParaRPr b="1" sz="2600">
              <a:solidFill>
                <a:schemeClr val="dk1"/>
              </a:solidFill>
              <a:latin typeface="Open Sans"/>
              <a:ea typeface="Open Sans"/>
              <a:cs typeface="Open Sans"/>
              <a:sym typeface="Open Sans"/>
            </a:endParaRPr>
          </a:p>
          <a:p>
            <a:pPr indent="0" lvl="0" marL="0" rtl="0" algn="just">
              <a:spcBef>
                <a:spcPts val="0"/>
              </a:spcBef>
              <a:spcAft>
                <a:spcPts val="0"/>
              </a:spcAft>
              <a:buNone/>
            </a:pPr>
            <a:r>
              <a:rPr b="1" lang="en" sz="2600">
                <a:solidFill>
                  <a:schemeClr val="dk1"/>
                </a:solidFill>
                <a:latin typeface="Open Sans"/>
                <a:ea typeface="Open Sans"/>
                <a:cs typeface="Open Sans"/>
                <a:sym typeface="Open Sans"/>
              </a:rPr>
              <a:t>Keep to 1–2 lines: funding sources, grant numbers, and any collaborators not listed as authors.</a:t>
            </a:r>
            <a:endParaRPr b="1" sz="2600">
              <a:solidFill>
                <a:schemeClr val="dk1"/>
              </a:solidFill>
              <a:latin typeface="Open Sans"/>
              <a:ea typeface="Open Sans"/>
              <a:cs typeface="Open Sans"/>
              <a:sym typeface="Open Sans"/>
            </a:endParaRPr>
          </a:p>
          <a:p>
            <a:pPr indent="0" lvl="0" marL="457200" rtl="0" algn="just">
              <a:spcBef>
                <a:spcPts val="0"/>
              </a:spcBef>
              <a:spcAft>
                <a:spcPts val="0"/>
              </a:spcAft>
              <a:buNone/>
            </a:pPr>
            <a:r>
              <a:t/>
            </a:r>
            <a:endParaRPr b="1" sz="2600">
              <a:solidFill>
                <a:schemeClr val="dk1"/>
              </a:solidFill>
              <a:latin typeface="Open Sans"/>
              <a:ea typeface="Open Sans"/>
              <a:cs typeface="Open Sans"/>
              <a:sym typeface="Open Sans"/>
            </a:endParaRPr>
          </a:p>
          <a:p>
            <a:pPr indent="0" lvl="0" marL="457200" rtl="0" algn="just">
              <a:spcBef>
                <a:spcPts val="0"/>
              </a:spcBef>
              <a:spcAft>
                <a:spcPts val="0"/>
              </a:spcAft>
              <a:buNone/>
            </a:pPr>
            <a:r>
              <a:t/>
            </a:r>
            <a:endParaRPr b="1" sz="2600">
              <a:solidFill>
                <a:schemeClr val="dk1"/>
              </a:solidFill>
              <a:latin typeface="Open Sans"/>
              <a:ea typeface="Open Sans"/>
              <a:cs typeface="Open Sans"/>
              <a:sym typeface="Open Sans"/>
            </a:endParaRPr>
          </a:p>
        </p:txBody>
      </p:sp>
      <p:sp>
        <p:nvSpPr>
          <p:cNvPr id="94" name="Google Shape;94;p14"/>
          <p:cNvSpPr/>
          <p:nvPr/>
        </p:nvSpPr>
        <p:spPr>
          <a:xfrm>
            <a:off x="56682139" y="24161838"/>
            <a:ext cx="7565100" cy="3041100"/>
          </a:xfrm>
          <a:prstGeom prst="rect">
            <a:avLst/>
          </a:prstGeom>
          <a:solidFill>
            <a:schemeClr val="lt1"/>
          </a:solidFill>
          <a:ln cap="flat" cmpd="sng" w="38100">
            <a:solidFill>
              <a:srgbClr val="00629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0">
                <a:latin typeface="Open Sans"/>
                <a:ea typeface="Open Sans"/>
                <a:cs typeface="Open Sans"/>
                <a:sym typeface="Open Sans"/>
              </a:rPr>
              <a:t>Placeholder</a:t>
            </a:r>
            <a:r>
              <a:rPr b="1" lang="en" sz="7000">
                <a:latin typeface="Open Sans"/>
                <a:ea typeface="Open Sans"/>
                <a:cs typeface="Open Sans"/>
                <a:sym typeface="Open Sans"/>
              </a:rPr>
              <a:t> for images</a:t>
            </a:r>
            <a:endParaRPr b="1" sz="7000">
              <a:latin typeface="Open Sans"/>
              <a:ea typeface="Open Sans"/>
              <a:cs typeface="Open Sans"/>
              <a:sym typeface="Open Sans"/>
            </a:endParaRPr>
          </a:p>
        </p:txBody>
      </p:sp>
      <p:sp>
        <p:nvSpPr>
          <p:cNvPr id="95" name="Google Shape;95;p14"/>
          <p:cNvSpPr txBox="1"/>
          <p:nvPr/>
        </p:nvSpPr>
        <p:spPr>
          <a:xfrm>
            <a:off x="21781777" y="21514650"/>
            <a:ext cx="13625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800">
                <a:solidFill>
                  <a:srgbClr val="00629B"/>
                </a:solidFill>
                <a:latin typeface="Open Sans"/>
                <a:ea typeface="Open Sans"/>
                <a:cs typeface="Open Sans"/>
                <a:sym typeface="Open Sans"/>
              </a:rPr>
              <a:t>Section 3: Printing</a:t>
            </a:r>
            <a:endParaRPr b="1" sz="4800">
              <a:solidFill>
                <a:srgbClr val="00629B"/>
              </a:solidFill>
              <a:latin typeface="Open Sans"/>
              <a:ea typeface="Open Sans"/>
              <a:cs typeface="Open Sans"/>
              <a:sym typeface="Open Sans"/>
            </a:endParaRPr>
          </a:p>
        </p:txBody>
      </p:sp>
      <p:sp>
        <p:nvSpPr>
          <p:cNvPr id="96" name="Google Shape;96;p14"/>
          <p:cNvSpPr txBox="1"/>
          <p:nvPr/>
        </p:nvSpPr>
        <p:spPr>
          <a:xfrm>
            <a:off x="21964302" y="27805300"/>
            <a:ext cx="16944600" cy="58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2600">
                <a:solidFill>
                  <a:schemeClr val="dk1"/>
                </a:solidFill>
                <a:latin typeface="Open Sans"/>
                <a:ea typeface="Open Sans"/>
                <a:cs typeface="Open Sans"/>
                <a:sym typeface="Open Sans"/>
              </a:rPr>
              <a:t>Where </a:t>
            </a:r>
            <a:r>
              <a:rPr b="1" lang="en" sz="2600">
                <a:solidFill>
                  <a:schemeClr val="dk1"/>
                </a:solidFill>
                <a:latin typeface="Open Sans"/>
                <a:ea typeface="Open Sans"/>
                <a:cs typeface="Open Sans"/>
                <a:sym typeface="Open Sans"/>
              </a:rPr>
              <a:t> to print in Monterey:</a:t>
            </a:r>
            <a:endParaRPr sz="2600">
              <a:solidFill>
                <a:schemeClr val="dk1"/>
              </a:solidFill>
              <a:latin typeface="Open Sans Medium"/>
              <a:ea typeface="Open Sans Medium"/>
              <a:cs typeface="Open Sans Medium"/>
              <a:sym typeface="Open Sans Medium"/>
            </a:endParaRPr>
          </a:p>
        </p:txBody>
      </p:sp>
      <p:graphicFrame>
        <p:nvGraphicFramePr>
          <p:cNvPr id="97" name="Google Shape;97;p14"/>
          <p:cNvGraphicFramePr/>
          <p:nvPr/>
        </p:nvGraphicFramePr>
        <p:xfrm>
          <a:off x="22545189" y="29077875"/>
          <a:ext cx="3000000" cy="3000000"/>
        </p:xfrm>
        <a:graphic>
          <a:graphicData uri="http://schemas.openxmlformats.org/drawingml/2006/table">
            <a:tbl>
              <a:tblPr>
                <a:noFill/>
                <a:tableStyleId>{71537C27-EB43-4A73-BFE3-67B9AC402ADB}</a:tableStyleId>
              </a:tblPr>
              <a:tblGrid>
                <a:gridCol w="3206800"/>
                <a:gridCol w="2663250"/>
                <a:gridCol w="2685800"/>
                <a:gridCol w="11994150"/>
              </a:tblGrid>
              <a:tr h="381000">
                <a:tc>
                  <a:txBody>
                    <a:bodyPr/>
                    <a:lstStyle/>
                    <a:p>
                      <a:pPr indent="0" lvl="0" marL="0" rtl="0" algn="l">
                        <a:spcBef>
                          <a:spcPts val="0"/>
                        </a:spcBef>
                        <a:spcAft>
                          <a:spcPts val="0"/>
                        </a:spcAft>
                        <a:buNone/>
                      </a:pPr>
                      <a:r>
                        <a:rPr b="1" lang="en" sz="2800">
                          <a:latin typeface="Open Sans"/>
                          <a:ea typeface="Open Sans"/>
                          <a:cs typeface="Open Sans"/>
                          <a:sym typeface="Open Sans"/>
                        </a:rPr>
                        <a:t>Print Shop</a:t>
                      </a:r>
                      <a:endParaRPr b="1"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solidFill>
                      <a:srgbClr val="CAE7F7"/>
                    </a:solidFill>
                  </a:tcPr>
                </a:tc>
                <a:tc>
                  <a:txBody>
                    <a:bodyPr/>
                    <a:lstStyle/>
                    <a:p>
                      <a:pPr indent="0" lvl="0" marL="0" rtl="0" algn="l">
                        <a:spcBef>
                          <a:spcPts val="0"/>
                        </a:spcBef>
                        <a:spcAft>
                          <a:spcPts val="0"/>
                        </a:spcAft>
                        <a:buNone/>
                      </a:pPr>
                      <a:r>
                        <a:rPr b="1" lang="en" sz="2800">
                          <a:latin typeface="Open Sans"/>
                          <a:ea typeface="Open Sans"/>
                          <a:cs typeface="Open Sans"/>
                          <a:sym typeface="Open Sans"/>
                        </a:rPr>
                        <a:t>Phone</a:t>
                      </a:r>
                      <a:endParaRPr b="1"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solidFill>
                      <a:srgbClr val="CAE7F7"/>
                    </a:solidFill>
                  </a:tcPr>
                </a:tc>
                <a:tc>
                  <a:txBody>
                    <a:bodyPr/>
                    <a:lstStyle/>
                    <a:p>
                      <a:pPr indent="0" lvl="0" marL="0" rtl="0" algn="l">
                        <a:spcBef>
                          <a:spcPts val="0"/>
                        </a:spcBef>
                        <a:spcAft>
                          <a:spcPts val="0"/>
                        </a:spcAft>
                        <a:buNone/>
                      </a:pPr>
                      <a:r>
                        <a:rPr b="1" lang="en" sz="2800">
                          <a:latin typeface="Open Sans"/>
                          <a:ea typeface="Open Sans"/>
                          <a:cs typeface="Open Sans"/>
                          <a:sym typeface="Open Sans"/>
                        </a:rPr>
                        <a:t>Max Width</a:t>
                      </a:r>
                      <a:endParaRPr b="1"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solidFill>
                      <a:srgbClr val="CAE7F7"/>
                    </a:solidFill>
                  </a:tcPr>
                </a:tc>
                <a:tc>
                  <a:txBody>
                    <a:bodyPr/>
                    <a:lstStyle/>
                    <a:p>
                      <a:pPr indent="0" lvl="0" marL="0" rtl="0" algn="l">
                        <a:spcBef>
                          <a:spcPts val="0"/>
                        </a:spcBef>
                        <a:spcAft>
                          <a:spcPts val="0"/>
                        </a:spcAft>
                        <a:buNone/>
                      </a:pPr>
                      <a:r>
                        <a:rPr b="1" lang="en" sz="2800">
                          <a:latin typeface="Open Sans"/>
                          <a:ea typeface="Open Sans"/>
                          <a:cs typeface="Open Sans"/>
                          <a:sym typeface="Open Sans"/>
                        </a:rPr>
                        <a:t>Notes</a:t>
                      </a:r>
                      <a:endParaRPr b="1"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solidFill>
                      <a:srgbClr val="CAE7F7"/>
                    </a:solidFill>
                  </a:tcPr>
                </a:tc>
              </a:tr>
              <a:tr h="381000">
                <a:tc>
                  <a:txBody>
                    <a:bodyPr/>
                    <a:lstStyle/>
                    <a:p>
                      <a:pPr indent="0" lvl="0" marL="0" rtl="0" algn="l">
                        <a:spcBef>
                          <a:spcPts val="0"/>
                        </a:spcBef>
                        <a:spcAft>
                          <a:spcPts val="0"/>
                        </a:spcAft>
                        <a:buNone/>
                      </a:pPr>
                      <a:r>
                        <a:rPr lang="en" sz="2800">
                          <a:latin typeface="Open Sans"/>
                          <a:ea typeface="Open Sans"/>
                          <a:cs typeface="Open Sans"/>
                          <a:sym typeface="Open Sans"/>
                        </a:rPr>
                        <a:t>Minuteman Press</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831-373-1822</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Any size × 48"</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Email files directly; ~2 day turnaround</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2800">
                          <a:latin typeface="Open Sans"/>
                          <a:ea typeface="Open Sans"/>
                          <a:cs typeface="Open Sans"/>
                          <a:sym typeface="Open Sans"/>
                        </a:rPr>
                        <a:t>ARC Documents</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831-646-1170</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Any size × 36"</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Specializes in research poster printing; upload via website; near airport</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2800">
                          <a:latin typeface="Open Sans"/>
                          <a:ea typeface="Open Sans"/>
                          <a:cs typeface="Open Sans"/>
                          <a:sym typeface="Open Sans"/>
                        </a:rPr>
                        <a:t>Copy King</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831-373-1822</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Up to 36" × 48"</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2800">
                          <a:latin typeface="Open Sans"/>
                          <a:ea typeface="Open Sans"/>
                          <a:cs typeface="Open Sans"/>
                          <a:sym typeface="Open Sans"/>
                        </a:rPr>
                        <a:t>FedEx</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831-373-2298</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Up to 36" × 48"</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2800">
                          <a:latin typeface="Open Sans"/>
                          <a:ea typeface="Open Sans"/>
                          <a:cs typeface="Open Sans"/>
                          <a:sym typeface="Open Sans"/>
                        </a:rPr>
                        <a:t>Staples</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831-393-2102</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Up to 36" × 48"</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2800">
                          <a:latin typeface="Open Sans"/>
                          <a:ea typeface="Open Sans"/>
                          <a:cs typeface="Open Sans"/>
                          <a:sym typeface="Open Sans"/>
                        </a:rPr>
                        <a:t>UPS Store</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831-643-1655</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Up to 36" × 48"</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r>
            </a:tbl>
          </a:graphicData>
        </a:graphic>
      </p:graphicFrame>
      <p:sp>
        <p:nvSpPr>
          <p:cNvPr id="98" name="Google Shape;98;p14"/>
          <p:cNvSpPr txBox="1"/>
          <p:nvPr/>
        </p:nvSpPr>
        <p:spPr>
          <a:xfrm>
            <a:off x="21942052" y="23531263"/>
            <a:ext cx="16944600" cy="324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800">
                <a:solidFill>
                  <a:schemeClr val="dk1"/>
                </a:solidFill>
                <a:latin typeface="Open Sans"/>
                <a:ea typeface="Open Sans"/>
                <a:cs typeface="Open Sans"/>
                <a:sym typeface="Open Sans"/>
              </a:rPr>
              <a:t>Before sending to print:</a:t>
            </a:r>
            <a:endParaRPr b="1" sz="2800">
              <a:solidFill>
                <a:schemeClr val="dk1"/>
              </a:solidFill>
              <a:latin typeface="Open Sans"/>
              <a:ea typeface="Open Sans"/>
              <a:cs typeface="Open Sans"/>
              <a:sym typeface="Open Sans"/>
            </a:endParaRPr>
          </a:p>
          <a:p>
            <a:pPr indent="-311150" lvl="0" marL="457200" rtl="0" algn="l">
              <a:lnSpc>
                <a:spcPct val="115000"/>
              </a:lnSpc>
              <a:spcBef>
                <a:spcPts val="1200"/>
              </a:spcBef>
              <a:spcAft>
                <a:spcPts val="0"/>
              </a:spcAft>
              <a:buClr>
                <a:schemeClr val="dk1"/>
              </a:buClr>
              <a:buSzPts val="1300"/>
              <a:buChar char="●"/>
            </a:pPr>
            <a:r>
              <a:rPr lang="en" sz="2800">
                <a:solidFill>
                  <a:schemeClr val="dk1"/>
                </a:solidFill>
                <a:latin typeface="Open Sans Medium"/>
                <a:ea typeface="Open Sans Medium"/>
                <a:cs typeface="Open Sans Medium"/>
                <a:sym typeface="Open Sans Medium"/>
              </a:rPr>
              <a:t>Zoom to 100% in PowerPoint and check that all text and images are sharp, not blurry or pixelated.</a:t>
            </a:r>
            <a:endParaRPr sz="2800">
              <a:solidFill>
                <a:schemeClr val="dk1"/>
              </a:solidFill>
              <a:latin typeface="Open Sans Medium"/>
              <a:ea typeface="Open Sans Medium"/>
              <a:cs typeface="Open Sans Medium"/>
              <a:sym typeface="Open Sans Medium"/>
            </a:endParaRPr>
          </a:p>
          <a:p>
            <a:pPr indent="-311150" lvl="0" marL="457200" rtl="0" algn="l">
              <a:lnSpc>
                <a:spcPct val="115000"/>
              </a:lnSpc>
              <a:spcBef>
                <a:spcPts val="0"/>
              </a:spcBef>
              <a:spcAft>
                <a:spcPts val="0"/>
              </a:spcAft>
              <a:buClr>
                <a:schemeClr val="dk1"/>
              </a:buClr>
              <a:buSzPts val="1300"/>
              <a:buChar char="●"/>
            </a:pPr>
            <a:r>
              <a:rPr lang="en" sz="2800">
                <a:solidFill>
                  <a:schemeClr val="dk1"/>
                </a:solidFill>
                <a:latin typeface="Open Sans Medium"/>
                <a:ea typeface="Open Sans Medium"/>
                <a:cs typeface="Open Sans Medium"/>
                <a:sym typeface="Open Sans Medium"/>
              </a:rPr>
              <a:t>Confirm your slide size (File &gt; Page Setup) matches what you plan to print.</a:t>
            </a:r>
            <a:endParaRPr sz="2800">
              <a:solidFill>
                <a:schemeClr val="dk1"/>
              </a:solidFill>
              <a:latin typeface="Open Sans Medium"/>
              <a:ea typeface="Open Sans Medium"/>
              <a:cs typeface="Open Sans Medium"/>
              <a:sym typeface="Open Sans Medium"/>
            </a:endParaRPr>
          </a:p>
          <a:p>
            <a:pPr indent="-311150" lvl="0" marL="457200" rtl="0" algn="l">
              <a:lnSpc>
                <a:spcPct val="115000"/>
              </a:lnSpc>
              <a:spcBef>
                <a:spcPts val="0"/>
              </a:spcBef>
              <a:spcAft>
                <a:spcPts val="0"/>
              </a:spcAft>
              <a:buClr>
                <a:schemeClr val="dk1"/>
              </a:buClr>
              <a:buSzPts val="1300"/>
              <a:buChar char="●"/>
            </a:pPr>
            <a:r>
              <a:rPr lang="en" sz="2800">
                <a:solidFill>
                  <a:schemeClr val="dk1"/>
                </a:solidFill>
                <a:latin typeface="Open Sans Medium"/>
                <a:ea typeface="Open Sans Medium"/>
                <a:cs typeface="Open Sans Medium"/>
                <a:sym typeface="Open Sans Medium"/>
              </a:rPr>
              <a:t>Export as PDF for printing, this preserves fonts and avoids formatting shifts on different machines.</a:t>
            </a:r>
            <a:endParaRPr sz="2800">
              <a:solidFill>
                <a:schemeClr val="dk1"/>
              </a:solidFill>
              <a:latin typeface="Open Sans Medium"/>
              <a:ea typeface="Open Sans Medium"/>
              <a:cs typeface="Open Sans Medium"/>
              <a:sym typeface="Open Sans Medium"/>
            </a:endParaRPr>
          </a:p>
        </p:txBody>
      </p:sp>
      <p:pic>
        <p:nvPicPr>
          <p:cNvPr id="99" name="Google Shape;99;p14" title="O26M_logo_Hi.png"/>
          <p:cNvPicPr preferRelativeResize="0"/>
          <p:nvPr/>
        </p:nvPicPr>
        <p:blipFill rotWithShape="1">
          <a:blip r:embed="rId3">
            <a:alphaModFix/>
          </a:blip>
          <a:srcRect b="0" l="0" r="0" t="0"/>
          <a:stretch/>
        </p:blipFill>
        <p:spPr>
          <a:xfrm>
            <a:off x="57973921" y="491512"/>
            <a:ext cx="3454474" cy="3454474"/>
          </a:xfrm>
          <a:prstGeom prst="rect">
            <a:avLst/>
          </a:prstGeom>
          <a:noFill/>
          <a:ln>
            <a:noFill/>
          </a:ln>
        </p:spPr>
      </p:pic>
      <p:sp>
        <p:nvSpPr>
          <p:cNvPr id="100" name="Google Shape;100;p14"/>
          <p:cNvSpPr/>
          <p:nvPr/>
        </p:nvSpPr>
        <p:spPr>
          <a:xfrm>
            <a:off x="61869752" y="940300"/>
            <a:ext cx="3302400" cy="2556900"/>
          </a:xfrm>
          <a:prstGeom prst="roundRect">
            <a:avLst>
              <a:gd fmla="val 16667" name="adj"/>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4000">
                <a:solidFill>
                  <a:schemeClr val="lt1"/>
                </a:solidFill>
                <a:latin typeface="Open Sans"/>
                <a:ea typeface="Open Sans"/>
                <a:cs typeface="Open Sans"/>
                <a:sym typeface="Open Sans"/>
              </a:rPr>
              <a:t>General Poster</a:t>
            </a:r>
            <a:endParaRPr b="1" sz="4000">
              <a:solidFill>
                <a:schemeClr val="lt1"/>
              </a:solidFill>
              <a:latin typeface="Open Sans"/>
              <a:ea typeface="Open Sans"/>
              <a:cs typeface="Open Sans"/>
              <a:sym typeface="Open Sans"/>
            </a:endParaRPr>
          </a:p>
        </p:txBody>
      </p:sp>
      <p:pic>
        <p:nvPicPr>
          <p:cNvPr id="101" name="Google Shape;101;p14" title="Logo_OES_hi.png"/>
          <p:cNvPicPr preferRelativeResize="0"/>
          <p:nvPr/>
        </p:nvPicPr>
        <p:blipFill>
          <a:blip r:embed="rId4">
            <a:alphaModFix/>
          </a:blip>
          <a:stretch>
            <a:fillRect/>
          </a:stretch>
        </p:blipFill>
        <p:spPr>
          <a:xfrm>
            <a:off x="51924198" y="918307"/>
            <a:ext cx="5589325" cy="260088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5" name="Shape 105"/>
        <p:cNvGrpSpPr/>
        <p:nvPr/>
      </p:nvGrpSpPr>
      <p:grpSpPr>
        <a:xfrm>
          <a:off x="0" y="0"/>
          <a:ext cx="0" cy="0"/>
          <a:chOff x="0" y="0"/>
          <a:chExt cx="0" cy="0"/>
        </a:xfrm>
      </p:grpSpPr>
      <p:sp>
        <p:nvSpPr>
          <p:cNvPr id="106" name="Google Shape;106;p15"/>
          <p:cNvSpPr txBox="1"/>
          <p:nvPr/>
        </p:nvSpPr>
        <p:spPr>
          <a:xfrm>
            <a:off x="17543823" y="1428257"/>
            <a:ext cx="29025900" cy="153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800">
                <a:solidFill>
                  <a:srgbClr val="00629B"/>
                </a:solidFill>
                <a:latin typeface="Open Sans ExtraBold"/>
                <a:ea typeface="Open Sans ExtraBold"/>
                <a:cs typeface="Open Sans ExtraBold"/>
                <a:sym typeface="Open Sans ExtraBold"/>
              </a:rPr>
              <a:t>Template - Replace This Text With Your Title</a:t>
            </a:r>
            <a:endParaRPr sz="8800">
              <a:solidFill>
                <a:srgbClr val="00629B"/>
              </a:solidFill>
              <a:latin typeface="Open Sans ExtraBold"/>
              <a:ea typeface="Open Sans ExtraBold"/>
              <a:cs typeface="Open Sans ExtraBold"/>
              <a:sym typeface="Open Sans ExtraBold"/>
            </a:endParaRPr>
          </a:p>
        </p:txBody>
      </p:sp>
      <p:sp>
        <p:nvSpPr>
          <p:cNvPr id="107" name="Google Shape;107;p15"/>
          <p:cNvSpPr txBox="1"/>
          <p:nvPr/>
        </p:nvSpPr>
        <p:spPr>
          <a:xfrm>
            <a:off x="21781777" y="3152725"/>
            <a:ext cx="20550000" cy="240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4800">
                <a:solidFill>
                  <a:schemeClr val="dk2"/>
                </a:solidFill>
                <a:latin typeface="Open Sans SemiBold"/>
                <a:ea typeface="Open Sans SemiBold"/>
                <a:cs typeface="Open Sans SemiBold"/>
                <a:sym typeface="Open Sans SemiBold"/>
              </a:rPr>
              <a:t>John Smith</a:t>
            </a:r>
            <a:r>
              <a:rPr baseline="30000" lang="en" sz="4800">
                <a:solidFill>
                  <a:schemeClr val="dk2"/>
                </a:solidFill>
                <a:latin typeface="Open Sans SemiBold"/>
                <a:ea typeface="Open Sans SemiBold"/>
                <a:cs typeface="Open Sans SemiBold"/>
                <a:sym typeface="Open Sans SemiBold"/>
              </a:rPr>
              <a:t>1</a:t>
            </a:r>
            <a:r>
              <a:rPr lang="en" sz="4800">
                <a:solidFill>
                  <a:schemeClr val="dk2"/>
                </a:solidFill>
                <a:latin typeface="Open Sans SemiBold"/>
                <a:ea typeface="Open Sans SemiBold"/>
                <a:cs typeface="Open Sans SemiBold"/>
                <a:sym typeface="Open Sans SemiBold"/>
              </a:rPr>
              <a:t>; Jane Doe</a:t>
            </a:r>
            <a:r>
              <a:rPr baseline="30000" lang="en" sz="4800">
                <a:solidFill>
                  <a:schemeClr val="dk2"/>
                </a:solidFill>
                <a:latin typeface="Open Sans SemiBold"/>
                <a:ea typeface="Open Sans SemiBold"/>
                <a:cs typeface="Open Sans SemiBold"/>
                <a:sym typeface="Open Sans SemiBold"/>
              </a:rPr>
              <a:t>2</a:t>
            </a:r>
            <a:endParaRPr baseline="30000" sz="4800">
              <a:solidFill>
                <a:schemeClr val="dk2"/>
              </a:solidFill>
              <a:latin typeface="Open Sans SemiBold"/>
              <a:ea typeface="Open Sans SemiBold"/>
              <a:cs typeface="Open Sans SemiBold"/>
              <a:sym typeface="Open Sans SemiBold"/>
            </a:endParaRPr>
          </a:p>
          <a:p>
            <a:pPr indent="0" lvl="0" marL="0" rtl="0" algn="ctr">
              <a:spcBef>
                <a:spcPts val="0"/>
              </a:spcBef>
              <a:spcAft>
                <a:spcPts val="0"/>
              </a:spcAft>
              <a:buNone/>
            </a:pPr>
            <a:r>
              <a:rPr baseline="30000" lang="en" sz="4800">
                <a:solidFill>
                  <a:schemeClr val="dk2"/>
                </a:solidFill>
                <a:latin typeface="Open Sans SemiBold"/>
                <a:ea typeface="Open Sans SemiBold"/>
                <a:cs typeface="Open Sans SemiBold"/>
                <a:sym typeface="Open Sans SemiBold"/>
              </a:rPr>
              <a:t>1</a:t>
            </a:r>
            <a:r>
              <a:rPr lang="en" sz="4800">
                <a:solidFill>
                  <a:schemeClr val="dk2"/>
                </a:solidFill>
                <a:latin typeface="Open Sans SemiBold"/>
                <a:ea typeface="Open Sans SemiBold"/>
                <a:cs typeface="Open Sans SemiBold"/>
                <a:sym typeface="Open Sans SemiBold"/>
              </a:rPr>
              <a:t>University of Affiliation, </a:t>
            </a:r>
            <a:r>
              <a:rPr baseline="30000" lang="en" sz="4800">
                <a:solidFill>
                  <a:schemeClr val="dk2"/>
                </a:solidFill>
                <a:latin typeface="Open Sans SemiBold"/>
                <a:ea typeface="Open Sans SemiBold"/>
                <a:cs typeface="Open Sans SemiBold"/>
                <a:sym typeface="Open Sans SemiBold"/>
              </a:rPr>
              <a:t>2</a:t>
            </a:r>
            <a:r>
              <a:rPr lang="en" sz="4800">
                <a:solidFill>
                  <a:schemeClr val="dk2"/>
                </a:solidFill>
                <a:latin typeface="Open Sans SemiBold"/>
                <a:ea typeface="Open Sans SemiBold"/>
                <a:cs typeface="Open Sans SemiBold"/>
                <a:sym typeface="Open Sans SemiBold"/>
              </a:rPr>
              <a:t>Institution of Affiliation</a:t>
            </a:r>
            <a:endParaRPr sz="4800">
              <a:solidFill>
                <a:schemeClr val="dk2"/>
              </a:solidFill>
              <a:latin typeface="Open Sans SemiBold"/>
              <a:ea typeface="Open Sans SemiBold"/>
              <a:cs typeface="Open Sans SemiBold"/>
              <a:sym typeface="Open Sans SemiBold"/>
            </a:endParaRPr>
          </a:p>
          <a:p>
            <a:pPr indent="0" lvl="0" marL="0" rtl="0" algn="ctr">
              <a:spcBef>
                <a:spcPts val="0"/>
              </a:spcBef>
              <a:spcAft>
                <a:spcPts val="0"/>
              </a:spcAft>
              <a:buNone/>
            </a:pPr>
            <a:r>
              <a:t/>
            </a:r>
            <a:endParaRPr b="1" sz="4800">
              <a:solidFill>
                <a:schemeClr val="dk2"/>
              </a:solidFill>
              <a:latin typeface="Open Sans"/>
              <a:ea typeface="Open Sans"/>
              <a:cs typeface="Open Sans"/>
              <a:sym typeface="Open Sans"/>
            </a:endParaRPr>
          </a:p>
        </p:txBody>
      </p:sp>
      <p:cxnSp>
        <p:nvCxnSpPr>
          <p:cNvPr id="108" name="Google Shape;108;p15"/>
          <p:cNvCxnSpPr/>
          <p:nvPr/>
        </p:nvCxnSpPr>
        <p:spPr>
          <a:xfrm flipH="1" rot="10800000">
            <a:off x="3308977" y="4867639"/>
            <a:ext cx="58949700" cy="214200"/>
          </a:xfrm>
          <a:prstGeom prst="straightConnector1">
            <a:avLst/>
          </a:prstGeom>
          <a:noFill/>
          <a:ln cap="flat" cmpd="sng" w="38100">
            <a:solidFill>
              <a:srgbClr val="CAE7F7"/>
            </a:solidFill>
            <a:prstDash val="solid"/>
            <a:round/>
            <a:headEnd len="med" w="med" type="none"/>
            <a:tailEnd len="med" w="med" type="none"/>
          </a:ln>
        </p:spPr>
      </p:cxnSp>
      <p:sp>
        <p:nvSpPr>
          <p:cNvPr id="109" name="Google Shape;109;p15"/>
          <p:cNvSpPr/>
          <p:nvPr/>
        </p:nvSpPr>
        <p:spPr>
          <a:xfrm>
            <a:off x="2512626" y="491500"/>
            <a:ext cx="9046200" cy="3412800"/>
          </a:xfrm>
          <a:prstGeom prst="rect">
            <a:avLst/>
          </a:prstGeom>
          <a:solidFill>
            <a:schemeClr val="lt1"/>
          </a:solidFill>
          <a:ln cap="flat" cmpd="sng" w="38100">
            <a:solidFill>
              <a:srgbClr val="00629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Open Sans"/>
                <a:ea typeface="Open Sans"/>
                <a:cs typeface="Open Sans"/>
                <a:sym typeface="Open Sans"/>
              </a:rPr>
              <a:t>School or Institution Logos  Here</a:t>
            </a:r>
            <a:endParaRPr b="1" sz="3000">
              <a:latin typeface="Open Sans"/>
              <a:ea typeface="Open Sans"/>
              <a:cs typeface="Open Sans"/>
              <a:sym typeface="Open Sans"/>
            </a:endParaRPr>
          </a:p>
        </p:txBody>
      </p:sp>
      <p:sp>
        <p:nvSpPr>
          <p:cNvPr id="110" name="Google Shape;110;p15"/>
          <p:cNvSpPr/>
          <p:nvPr/>
        </p:nvSpPr>
        <p:spPr>
          <a:xfrm>
            <a:off x="61888802" y="940300"/>
            <a:ext cx="3302400" cy="25569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4000">
                <a:solidFill>
                  <a:schemeClr val="lt1"/>
                </a:solidFill>
                <a:latin typeface="Open Sans"/>
                <a:ea typeface="Open Sans"/>
                <a:cs typeface="Open Sans"/>
                <a:sym typeface="Open Sans"/>
              </a:rPr>
              <a:t>Regular Paper</a:t>
            </a:r>
            <a:endParaRPr b="1" sz="4000">
              <a:solidFill>
                <a:schemeClr val="lt1"/>
              </a:solidFill>
              <a:latin typeface="Open Sans"/>
              <a:ea typeface="Open Sans"/>
              <a:cs typeface="Open Sans"/>
              <a:sym typeface="Open Sans"/>
            </a:endParaRPr>
          </a:p>
        </p:txBody>
      </p:sp>
      <p:sp>
        <p:nvSpPr>
          <p:cNvPr id="111" name="Google Shape;111;p15"/>
          <p:cNvSpPr txBox="1"/>
          <p:nvPr/>
        </p:nvSpPr>
        <p:spPr>
          <a:xfrm>
            <a:off x="324850" y="39882725"/>
            <a:ext cx="86259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000">
                <a:solidFill>
                  <a:srgbClr val="00629B"/>
                </a:solidFill>
                <a:latin typeface="Open Sans SemiBold"/>
                <a:ea typeface="Open Sans SemiBold"/>
                <a:cs typeface="Open Sans SemiBold"/>
                <a:sym typeface="Open Sans SemiBold"/>
              </a:rPr>
              <a:t>Acknowledgements</a:t>
            </a:r>
            <a:endParaRPr sz="5000">
              <a:solidFill>
                <a:srgbClr val="00629B"/>
              </a:solidFill>
              <a:latin typeface="Open Sans SemiBold"/>
              <a:ea typeface="Open Sans SemiBold"/>
              <a:cs typeface="Open Sans SemiBold"/>
              <a:sym typeface="Open Sans SemiBold"/>
            </a:endParaRPr>
          </a:p>
        </p:txBody>
      </p:sp>
      <p:sp>
        <p:nvSpPr>
          <p:cNvPr id="112" name="Google Shape;112;p15"/>
          <p:cNvSpPr txBox="1"/>
          <p:nvPr/>
        </p:nvSpPr>
        <p:spPr>
          <a:xfrm>
            <a:off x="1735152" y="6981950"/>
            <a:ext cx="13625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800">
                <a:solidFill>
                  <a:srgbClr val="00629B"/>
                </a:solidFill>
                <a:latin typeface="Open Sans"/>
                <a:ea typeface="Open Sans"/>
                <a:cs typeface="Open Sans"/>
                <a:sym typeface="Open Sans"/>
              </a:rPr>
              <a:t>Section 1: Instructions</a:t>
            </a:r>
            <a:endParaRPr b="1" sz="4800">
              <a:solidFill>
                <a:srgbClr val="00629B"/>
              </a:solidFill>
              <a:latin typeface="Open Sans"/>
              <a:ea typeface="Open Sans"/>
              <a:cs typeface="Open Sans"/>
              <a:sym typeface="Open Sans"/>
            </a:endParaRPr>
          </a:p>
        </p:txBody>
      </p:sp>
      <p:sp>
        <p:nvSpPr>
          <p:cNvPr id="113" name="Google Shape;113;p15"/>
          <p:cNvSpPr txBox="1"/>
          <p:nvPr/>
        </p:nvSpPr>
        <p:spPr>
          <a:xfrm>
            <a:off x="1735152" y="8621375"/>
            <a:ext cx="176181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800">
                <a:solidFill>
                  <a:srgbClr val="00629B"/>
                </a:solidFill>
                <a:latin typeface="Open Sans SemiBold"/>
                <a:ea typeface="Open Sans SemiBold"/>
                <a:cs typeface="Open Sans SemiBold"/>
                <a:sym typeface="Open Sans SemiBold"/>
              </a:rPr>
              <a:t>Subsection 1: Sizes </a:t>
            </a:r>
            <a:endParaRPr sz="3800">
              <a:solidFill>
                <a:srgbClr val="00629B"/>
              </a:solidFill>
              <a:latin typeface="Open Sans SemiBold"/>
              <a:ea typeface="Open Sans SemiBold"/>
              <a:cs typeface="Open Sans SemiBold"/>
              <a:sym typeface="Open Sans SemiBold"/>
            </a:endParaRPr>
          </a:p>
        </p:txBody>
      </p:sp>
      <p:sp>
        <p:nvSpPr>
          <p:cNvPr id="114" name="Google Shape;114;p15"/>
          <p:cNvSpPr txBox="1"/>
          <p:nvPr/>
        </p:nvSpPr>
        <p:spPr>
          <a:xfrm>
            <a:off x="1735152" y="10254725"/>
            <a:ext cx="16944600" cy="4063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2800">
                <a:solidFill>
                  <a:schemeClr val="dk1"/>
                </a:solidFill>
                <a:latin typeface="Open Sans Medium"/>
                <a:ea typeface="Open Sans Medium"/>
                <a:cs typeface="Open Sans Medium"/>
                <a:sym typeface="Open Sans Medium"/>
              </a:rPr>
              <a:t>OCEANS accepts posters measuring up to 72 "× 48" (this template) and 48"×36" as the minimum dimensions. Please use the corresponding template for your chosen size. A separate 48"×36" template is provided.</a:t>
            </a:r>
            <a:endParaRPr sz="2800">
              <a:solidFill>
                <a:schemeClr val="dk1"/>
              </a:solidFill>
              <a:latin typeface="Open Sans Medium"/>
              <a:ea typeface="Open Sans Medium"/>
              <a:cs typeface="Open Sans Medium"/>
              <a:sym typeface="Open Sans Medium"/>
            </a:endParaRPr>
          </a:p>
          <a:p>
            <a:pPr indent="0" lvl="0" marL="0" rtl="0" algn="just">
              <a:spcBef>
                <a:spcPts val="0"/>
              </a:spcBef>
              <a:spcAft>
                <a:spcPts val="0"/>
              </a:spcAft>
              <a:buNone/>
            </a:pPr>
            <a:r>
              <a:t/>
            </a:r>
            <a:endParaRPr sz="2800">
              <a:solidFill>
                <a:schemeClr val="dk1"/>
              </a:solidFill>
              <a:latin typeface="Open Sans Medium"/>
              <a:ea typeface="Open Sans Medium"/>
              <a:cs typeface="Open Sans Medium"/>
              <a:sym typeface="Open Sans Medium"/>
            </a:endParaRPr>
          </a:p>
          <a:p>
            <a:pPr indent="-406400" lvl="0" marL="457200" rtl="0" algn="just">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Keep a small margin from edge, most plotters can't print all the way to the paper's edge.</a:t>
            </a:r>
            <a:endParaRPr sz="2800">
              <a:solidFill>
                <a:schemeClr val="dk1"/>
              </a:solidFill>
              <a:latin typeface="Open Sans Medium"/>
              <a:ea typeface="Open Sans Medium"/>
              <a:cs typeface="Open Sans Medium"/>
              <a:sym typeface="Open Sans Medium"/>
            </a:endParaRPr>
          </a:p>
          <a:p>
            <a:pPr indent="-406400" lvl="0" marL="457200" rtl="0" algn="just">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Recommended body text: no smaller than 24pt at final size.</a:t>
            </a:r>
            <a:endParaRPr sz="2800">
              <a:solidFill>
                <a:schemeClr val="dk1"/>
              </a:solidFill>
              <a:latin typeface="Open Sans Medium"/>
              <a:ea typeface="Open Sans Medium"/>
              <a:cs typeface="Open Sans Medium"/>
              <a:sym typeface="Open Sans Medium"/>
            </a:endParaRPr>
          </a:p>
          <a:p>
            <a:pPr indent="-406400" lvl="0" marL="457200" rtl="0" algn="just">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Section headers: 40–44pt; subsection headers: 34–38pt.</a:t>
            </a:r>
            <a:endParaRPr sz="2800">
              <a:solidFill>
                <a:schemeClr val="dk1"/>
              </a:solidFill>
              <a:latin typeface="Open Sans Medium"/>
              <a:ea typeface="Open Sans Medium"/>
              <a:cs typeface="Open Sans Medium"/>
              <a:sym typeface="Open Sans Medium"/>
            </a:endParaRPr>
          </a:p>
          <a:p>
            <a:pPr indent="-406400" lvl="0" marL="457200" rtl="0" algn="just">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Keep high-resolution graphics, check for pixelation by zooming to 100%.</a:t>
            </a:r>
            <a:endParaRPr sz="2800">
              <a:solidFill>
                <a:schemeClr val="dk1"/>
              </a:solidFill>
              <a:latin typeface="Open Sans Medium"/>
              <a:ea typeface="Open Sans Medium"/>
              <a:cs typeface="Open Sans Medium"/>
              <a:sym typeface="Open Sans Medium"/>
            </a:endParaRPr>
          </a:p>
          <a:p>
            <a:pPr indent="-406400" lvl="0" marL="457200" rtl="0" algn="just">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Aim for roughly 20–25% text and 40–45% graphics/figures. Posters are a visual medium.</a:t>
            </a:r>
            <a:endParaRPr sz="2800">
              <a:solidFill>
                <a:schemeClr val="dk1"/>
              </a:solidFill>
              <a:latin typeface="Open Sans Medium"/>
              <a:ea typeface="Open Sans Medium"/>
              <a:cs typeface="Open Sans Medium"/>
              <a:sym typeface="Open Sans Medium"/>
            </a:endParaRPr>
          </a:p>
        </p:txBody>
      </p:sp>
      <p:sp>
        <p:nvSpPr>
          <p:cNvPr id="115" name="Google Shape;115;p15"/>
          <p:cNvSpPr/>
          <p:nvPr/>
        </p:nvSpPr>
        <p:spPr>
          <a:xfrm>
            <a:off x="61249450" y="39936750"/>
            <a:ext cx="4334700" cy="3412800"/>
          </a:xfrm>
          <a:prstGeom prst="rect">
            <a:avLst/>
          </a:prstGeom>
          <a:solidFill>
            <a:schemeClr val="lt1"/>
          </a:solidFill>
          <a:ln cap="flat" cmpd="sng" w="38100">
            <a:solidFill>
              <a:srgbClr val="00629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Open Sans"/>
                <a:ea typeface="Open Sans"/>
                <a:cs typeface="Open Sans"/>
                <a:sym typeface="Open Sans"/>
              </a:rPr>
              <a:t>QR</a:t>
            </a:r>
            <a:endParaRPr b="1" sz="3000">
              <a:latin typeface="Open Sans"/>
              <a:ea typeface="Open Sans"/>
              <a:cs typeface="Open Sans"/>
              <a:sym typeface="Open Sans"/>
            </a:endParaRPr>
          </a:p>
          <a:p>
            <a:pPr indent="0" lvl="0" marL="0" rtl="0" algn="ctr">
              <a:spcBef>
                <a:spcPts val="0"/>
              </a:spcBef>
              <a:spcAft>
                <a:spcPts val="0"/>
              </a:spcAft>
              <a:buNone/>
            </a:pPr>
            <a:r>
              <a:rPr b="1" lang="en" sz="3000">
                <a:latin typeface="Open Sans"/>
                <a:ea typeface="Open Sans"/>
                <a:cs typeface="Open Sans"/>
                <a:sym typeface="Open Sans"/>
              </a:rPr>
              <a:t>CODE</a:t>
            </a:r>
            <a:endParaRPr b="1" sz="3000">
              <a:latin typeface="Open Sans"/>
              <a:ea typeface="Open Sans"/>
              <a:cs typeface="Open Sans"/>
              <a:sym typeface="Open Sans"/>
            </a:endParaRPr>
          </a:p>
        </p:txBody>
      </p:sp>
      <p:sp>
        <p:nvSpPr>
          <p:cNvPr id="116" name="Google Shape;116;p15"/>
          <p:cNvSpPr/>
          <p:nvPr/>
        </p:nvSpPr>
        <p:spPr>
          <a:xfrm>
            <a:off x="56201707" y="39936750"/>
            <a:ext cx="4334700" cy="3412800"/>
          </a:xfrm>
          <a:prstGeom prst="rect">
            <a:avLst/>
          </a:prstGeom>
          <a:solidFill>
            <a:schemeClr val="lt1"/>
          </a:solidFill>
          <a:ln cap="flat" cmpd="sng" w="38100">
            <a:solidFill>
              <a:srgbClr val="00629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3000">
                <a:latin typeface="Open Sans"/>
                <a:ea typeface="Open Sans"/>
                <a:cs typeface="Open Sans"/>
                <a:sym typeface="Open Sans"/>
              </a:rPr>
              <a:t>Other Logos</a:t>
            </a:r>
            <a:endParaRPr b="1" sz="3000">
              <a:latin typeface="Open Sans"/>
              <a:ea typeface="Open Sans"/>
              <a:cs typeface="Open Sans"/>
              <a:sym typeface="Open Sans"/>
            </a:endParaRPr>
          </a:p>
          <a:p>
            <a:pPr indent="0" lvl="0" marL="0" rtl="0" algn="l">
              <a:spcBef>
                <a:spcPts val="0"/>
              </a:spcBef>
              <a:spcAft>
                <a:spcPts val="0"/>
              </a:spcAft>
              <a:buNone/>
            </a:pPr>
            <a:r>
              <a:rPr b="1" lang="en" sz="3000">
                <a:latin typeface="Open Sans"/>
                <a:ea typeface="Open Sans"/>
                <a:cs typeface="Open Sans"/>
                <a:sym typeface="Open Sans"/>
              </a:rPr>
              <a:t>(optional)</a:t>
            </a:r>
            <a:endParaRPr b="1" sz="3000">
              <a:latin typeface="Open Sans"/>
              <a:ea typeface="Open Sans"/>
              <a:cs typeface="Open Sans"/>
              <a:sym typeface="Open Sans"/>
            </a:endParaRPr>
          </a:p>
        </p:txBody>
      </p:sp>
      <p:cxnSp>
        <p:nvCxnSpPr>
          <p:cNvPr id="117" name="Google Shape;117;p15"/>
          <p:cNvCxnSpPr/>
          <p:nvPr/>
        </p:nvCxnSpPr>
        <p:spPr>
          <a:xfrm flipH="1" rot="10800000">
            <a:off x="2741725" y="39323575"/>
            <a:ext cx="58949700" cy="214200"/>
          </a:xfrm>
          <a:prstGeom prst="straightConnector1">
            <a:avLst/>
          </a:prstGeom>
          <a:noFill/>
          <a:ln cap="flat" cmpd="sng" w="38100">
            <a:solidFill>
              <a:srgbClr val="CAE7F7"/>
            </a:solidFill>
            <a:prstDash val="solid"/>
            <a:round/>
            <a:headEnd len="med" w="med" type="none"/>
            <a:tailEnd len="med" w="med" type="none"/>
          </a:ln>
        </p:spPr>
      </p:cxnSp>
      <p:cxnSp>
        <p:nvCxnSpPr>
          <p:cNvPr id="118" name="Google Shape;118;p15"/>
          <p:cNvCxnSpPr/>
          <p:nvPr/>
        </p:nvCxnSpPr>
        <p:spPr>
          <a:xfrm>
            <a:off x="19995652" y="6764913"/>
            <a:ext cx="142800" cy="28761300"/>
          </a:xfrm>
          <a:prstGeom prst="straightConnector1">
            <a:avLst/>
          </a:prstGeom>
          <a:noFill/>
          <a:ln cap="flat" cmpd="sng" w="38100">
            <a:solidFill>
              <a:srgbClr val="00629B"/>
            </a:solidFill>
            <a:prstDash val="dot"/>
            <a:round/>
            <a:headEnd len="med" w="med" type="none"/>
            <a:tailEnd len="med" w="med" type="none"/>
          </a:ln>
        </p:spPr>
      </p:cxnSp>
      <p:cxnSp>
        <p:nvCxnSpPr>
          <p:cNvPr id="119" name="Google Shape;119;p15"/>
          <p:cNvCxnSpPr/>
          <p:nvPr/>
        </p:nvCxnSpPr>
        <p:spPr>
          <a:xfrm>
            <a:off x="44056277" y="6764900"/>
            <a:ext cx="142800" cy="28761300"/>
          </a:xfrm>
          <a:prstGeom prst="straightConnector1">
            <a:avLst/>
          </a:prstGeom>
          <a:noFill/>
          <a:ln cap="flat" cmpd="sng" w="38100">
            <a:solidFill>
              <a:schemeClr val="accent1"/>
            </a:solidFill>
            <a:prstDash val="dot"/>
            <a:round/>
            <a:headEnd len="med" w="med" type="none"/>
            <a:tailEnd len="med" w="med" type="none"/>
          </a:ln>
        </p:spPr>
      </p:cxnSp>
      <p:sp>
        <p:nvSpPr>
          <p:cNvPr id="120" name="Google Shape;120;p15"/>
          <p:cNvSpPr txBox="1"/>
          <p:nvPr/>
        </p:nvSpPr>
        <p:spPr>
          <a:xfrm>
            <a:off x="1491302" y="27025425"/>
            <a:ext cx="16944600" cy="2339700"/>
          </a:xfrm>
          <a:prstGeom prst="rect">
            <a:avLst/>
          </a:prstGeom>
          <a:noFill/>
          <a:ln>
            <a:noFill/>
          </a:ln>
        </p:spPr>
        <p:txBody>
          <a:bodyPr anchorCtr="0" anchor="t" bIns="91425" lIns="91425" spcFirstLastPara="1" rIns="91425" wrap="square" tIns="91425">
            <a:spAutoFit/>
          </a:bodyPr>
          <a:lstStyle/>
          <a:p>
            <a:pPr indent="0" lvl="0" marL="457200" rtl="0" algn="just">
              <a:spcBef>
                <a:spcPts val="0"/>
              </a:spcBef>
              <a:spcAft>
                <a:spcPts val="0"/>
              </a:spcAft>
              <a:buNone/>
            </a:pPr>
            <a:r>
              <a:rPr lang="en" sz="2800">
                <a:solidFill>
                  <a:schemeClr val="dk1"/>
                </a:solidFill>
                <a:latin typeface="Open Sans Medium"/>
                <a:ea typeface="Open Sans Medium"/>
                <a:cs typeface="Open Sans Medium"/>
                <a:sym typeface="Open Sans Medium"/>
              </a:rPr>
              <a:t>The poster session will be crowded, design your layout in columns so attendees can read top-to-bottom, left-to-right, without needing to backtrack. </a:t>
            </a:r>
            <a:endParaRPr sz="2800">
              <a:solidFill>
                <a:schemeClr val="dk1"/>
              </a:solidFill>
              <a:latin typeface="Open Sans Medium"/>
              <a:ea typeface="Open Sans Medium"/>
              <a:cs typeface="Open Sans Medium"/>
              <a:sym typeface="Open Sans Medium"/>
            </a:endParaRPr>
          </a:p>
          <a:p>
            <a:pPr indent="0" lvl="0" marL="457200" rtl="0" algn="just">
              <a:spcBef>
                <a:spcPts val="0"/>
              </a:spcBef>
              <a:spcAft>
                <a:spcPts val="0"/>
              </a:spcAft>
              <a:buNone/>
            </a:pPr>
            <a:r>
              <a:rPr lang="en" sz="2800">
                <a:solidFill>
                  <a:schemeClr val="dk1"/>
                </a:solidFill>
                <a:latin typeface="Open Sans Medium"/>
                <a:ea typeface="Open Sans Medium"/>
                <a:cs typeface="Open Sans Medium"/>
                <a:sym typeface="Open Sans Medium"/>
              </a:rPr>
              <a:t>Use photos, figures and tables to tell the story of your work. Minimize dense paragraphs. </a:t>
            </a:r>
            <a:endParaRPr sz="2800">
              <a:solidFill>
                <a:schemeClr val="dk1"/>
              </a:solidFill>
              <a:latin typeface="Open Sans Medium"/>
              <a:ea typeface="Open Sans Medium"/>
              <a:cs typeface="Open Sans Medium"/>
              <a:sym typeface="Open Sans Medium"/>
            </a:endParaRPr>
          </a:p>
          <a:p>
            <a:pPr indent="0" lvl="0" marL="457200" rtl="0" algn="just">
              <a:spcBef>
                <a:spcPts val="0"/>
              </a:spcBef>
              <a:spcAft>
                <a:spcPts val="0"/>
              </a:spcAft>
              <a:buNone/>
            </a:pPr>
            <a:r>
              <a:rPr lang="en" sz="2800">
                <a:solidFill>
                  <a:schemeClr val="dk1"/>
                </a:solidFill>
                <a:latin typeface="Open Sans Medium"/>
                <a:ea typeface="Open Sans Medium"/>
                <a:cs typeface="Open Sans Medium"/>
                <a:sym typeface="Open Sans Medium"/>
              </a:rPr>
              <a:t>Include a QR code linking to your paper, video or project page.</a:t>
            </a:r>
            <a:endParaRPr sz="2800">
              <a:solidFill>
                <a:schemeClr val="dk1"/>
              </a:solidFill>
              <a:latin typeface="Open Sans Medium"/>
              <a:ea typeface="Open Sans Medium"/>
              <a:cs typeface="Open Sans Medium"/>
              <a:sym typeface="Open Sans Medium"/>
            </a:endParaRPr>
          </a:p>
          <a:p>
            <a:pPr indent="0" lvl="0" marL="457200" rtl="0" algn="just">
              <a:spcBef>
                <a:spcPts val="0"/>
              </a:spcBef>
              <a:spcAft>
                <a:spcPts val="0"/>
              </a:spcAft>
              <a:buNone/>
            </a:pPr>
            <a:r>
              <a:rPr b="1" lang="en" sz="2800">
                <a:solidFill>
                  <a:schemeClr val="dk1"/>
                </a:solidFill>
                <a:latin typeface="Open Sans"/>
                <a:ea typeface="Open Sans"/>
                <a:cs typeface="Open Sans"/>
                <a:sym typeface="Open Sans"/>
              </a:rPr>
              <a:t>You are welcome to change the layout of this template to fit your work. </a:t>
            </a:r>
            <a:endParaRPr b="1" sz="2800">
              <a:solidFill>
                <a:schemeClr val="dk1"/>
              </a:solidFill>
              <a:latin typeface="Open Sans"/>
              <a:ea typeface="Open Sans"/>
              <a:cs typeface="Open Sans"/>
              <a:sym typeface="Open Sans"/>
            </a:endParaRPr>
          </a:p>
        </p:txBody>
      </p:sp>
      <p:sp>
        <p:nvSpPr>
          <p:cNvPr id="121" name="Google Shape;121;p15"/>
          <p:cNvSpPr txBox="1"/>
          <p:nvPr/>
        </p:nvSpPr>
        <p:spPr>
          <a:xfrm>
            <a:off x="1979002" y="25673050"/>
            <a:ext cx="16944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800">
                <a:solidFill>
                  <a:srgbClr val="00629B"/>
                </a:solidFill>
                <a:latin typeface="Open Sans SemiBold"/>
                <a:ea typeface="Open Sans SemiBold"/>
                <a:cs typeface="Open Sans SemiBold"/>
                <a:sym typeface="Open Sans SemiBold"/>
              </a:rPr>
              <a:t>Subsection 2: Layout</a:t>
            </a:r>
            <a:endParaRPr sz="3800">
              <a:solidFill>
                <a:srgbClr val="00629B"/>
              </a:solidFill>
              <a:latin typeface="Open Sans SemiBold"/>
              <a:ea typeface="Open Sans SemiBold"/>
              <a:cs typeface="Open Sans SemiBold"/>
              <a:sym typeface="Open Sans SemiBold"/>
            </a:endParaRPr>
          </a:p>
        </p:txBody>
      </p:sp>
      <p:sp>
        <p:nvSpPr>
          <p:cNvPr id="122" name="Google Shape;122;p15"/>
          <p:cNvSpPr txBox="1"/>
          <p:nvPr/>
        </p:nvSpPr>
        <p:spPr>
          <a:xfrm>
            <a:off x="21942052" y="6981950"/>
            <a:ext cx="13625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800">
                <a:solidFill>
                  <a:srgbClr val="00629B"/>
                </a:solidFill>
                <a:latin typeface="Open Sans"/>
                <a:ea typeface="Open Sans"/>
                <a:cs typeface="Open Sans"/>
                <a:sym typeface="Open Sans"/>
              </a:rPr>
              <a:t>Section 2: Results</a:t>
            </a:r>
            <a:endParaRPr b="1" sz="4800">
              <a:solidFill>
                <a:srgbClr val="00629B"/>
              </a:solidFill>
              <a:latin typeface="Open Sans"/>
              <a:ea typeface="Open Sans"/>
              <a:cs typeface="Open Sans"/>
              <a:sym typeface="Open Sans"/>
            </a:endParaRPr>
          </a:p>
        </p:txBody>
      </p:sp>
      <p:sp>
        <p:nvSpPr>
          <p:cNvPr id="123" name="Google Shape;123;p15"/>
          <p:cNvSpPr txBox="1"/>
          <p:nvPr/>
        </p:nvSpPr>
        <p:spPr>
          <a:xfrm>
            <a:off x="45443777" y="9029900"/>
            <a:ext cx="205500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800">
                <a:solidFill>
                  <a:srgbClr val="00629B"/>
                </a:solidFill>
                <a:latin typeface="Open Sans SemiBold"/>
                <a:ea typeface="Open Sans SemiBold"/>
                <a:cs typeface="Open Sans SemiBold"/>
                <a:sym typeface="Open Sans SemiBold"/>
              </a:rPr>
              <a:t>Subsection 1: Logos,  QR Code and Images</a:t>
            </a:r>
            <a:endParaRPr sz="3800">
              <a:solidFill>
                <a:srgbClr val="00629B"/>
              </a:solidFill>
              <a:latin typeface="Open Sans SemiBold"/>
              <a:ea typeface="Open Sans SemiBold"/>
              <a:cs typeface="Open Sans SemiBold"/>
              <a:sym typeface="Open Sans SemiBold"/>
            </a:endParaRPr>
          </a:p>
        </p:txBody>
      </p:sp>
      <p:sp>
        <p:nvSpPr>
          <p:cNvPr id="124" name="Google Shape;124;p15"/>
          <p:cNvSpPr txBox="1"/>
          <p:nvPr/>
        </p:nvSpPr>
        <p:spPr>
          <a:xfrm>
            <a:off x="45443777" y="10954850"/>
            <a:ext cx="11399400" cy="3589500"/>
          </a:xfrm>
          <a:prstGeom prst="rect">
            <a:avLst/>
          </a:prstGeom>
          <a:noFill/>
          <a:ln>
            <a:noFill/>
          </a:ln>
        </p:spPr>
        <p:txBody>
          <a:bodyPr anchorCtr="0" anchor="t" bIns="91425" lIns="91425" spcFirstLastPara="1" rIns="91425" wrap="square" tIns="91425">
            <a:spAutoFit/>
          </a:bodyPr>
          <a:lstStyle/>
          <a:p>
            <a:pPr indent="-406400" lvl="0" marL="457200" rtl="0" algn="l">
              <a:lnSpc>
                <a:spcPct val="115000"/>
              </a:lnSpc>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Replace "Institution Logo Here" and "Other logos" placeholders with your university/lab and funding-agency logos. Keep logos small and consistent in height so the row looks uniform.</a:t>
            </a:r>
            <a:endParaRPr sz="2800">
              <a:solidFill>
                <a:schemeClr val="dk1"/>
              </a:solidFill>
              <a:latin typeface="Open Sans Medium"/>
              <a:ea typeface="Open Sans Medium"/>
              <a:cs typeface="Open Sans Medium"/>
              <a:sym typeface="Open Sans Medium"/>
            </a:endParaRPr>
          </a:p>
          <a:p>
            <a:pPr indent="-406400" lvl="0" marL="457200" rtl="0" algn="l">
              <a:lnSpc>
                <a:spcPct val="115000"/>
              </a:lnSpc>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The QR code should link to your full paper, a project webpage, or a video. </a:t>
            </a:r>
            <a:r>
              <a:rPr b="1" lang="en" sz="2800">
                <a:solidFill>
                  <a:schemeClr val="dk1"/>
                </a:solidFill>
                <a:latin typeface="Open Sans"/>
                <a:ea typeface="Open Sans"/>
                <a:cs typeface="Open Sans"/>
                <a:sym typeface="Open Sans"/>
              </a:rPr>
              <a:t>Test the link before printing.</a:t>
            </a:r>
            <a:endParaRPr b="1" sz="2800">
              <a:solidFill>
                <a:schemeClr val="dk1"/>
              </a:solidFill>
              <a:latin typeface="Open Sans"/>
              <a:ea typeface="Open Sans"/>
              <a:cs typeface="Open Sans"/>
              <a:sym typeface="Open Sans"/>
            </a:endParaRPr>
          </a:p>
          <a:p>
            <a:pPr indent="-406400" lvl="0" marL="457200" rtl="0" algn="l">
              <a:lnSpc>
                <a:spcPct val="115000"/>
              </a:lnSpc>
              <a:spcBef>
                <a:spcPts val="0"/>
              </a:spcBef>
              <a:spcAft>
                <a:spcPts val="0"/>
              </a:spcAft>
              <a:buClr>
                <a:schemeClr val="dk1"/>
              </a:buClr>
              <a:buSzPts val="2800"/>
              <a:buFont typeface="Open Sans"/>
              <a:buChar char="-"/>
            </a:pPr>
            <a:r>
              <a:rPr b="1" lang="en" sz="2800">
                <a:solidFill>
                  <a:schemeClr val="dk1"/>
                </a:solidFill>
                <a:latin typeface="Open Sans"/>
                <a:ea typeface="Open Sans"/>
                <a:cs typeface="Open Sans"/>
                <a:sym typeface="Open Sans"/>
              </a:rPr>
              <a:t>N</a:t>
            </a:r>
            <a:r>
              <a:rPr lang="en" sz="2800">
                <a:solidFill>
                  <a:schemeClr val="dk1"/>
                </a:solidFill>
                <a:latin typeface="Open Sans Medium"/>
                <a:ea typeface="Open Sans Medium"/>
                <a:cs typeface="Open Sans Medium"/>
                <a:sym typeface="Open Sans Medium"/>
              </a:rPr>
              <a:t>umber or letter your figures and refer to them in the text ("Fig. 1 shows...") just as you would in the paper.</a:t>
            </a:r>
            <a:endParaRPr sz="2800">
              <a:solidFill>
                <a:schemeClr val="dk1"/>
              </a:solidFill>
              <a:latin typeface="Open Sans Medium"/>
              <a:ea typeface="Open Sans Medium"/>
              <a:cs typeface="Open Sans Medium"/>
              <a:sym typeface="Open Sans Medium"/>
            </a:endParaRPr>
          </a:p>
        </p:txBody>
      </p:sp>
      <p:sp>
        <p:nvSpPr>
          <p:cNvPr id="125" name="Google Shape;125;p15"/>
          <p:cNvSpPr txBox="1"/>
          <p:nvPr/>
        </p:nvSpPr>
        <p:spPr>
          <a:xfrm>
            <a:off x="44944202" y="17910113"/>
            <a:ext cx="16944600" cy="1385400"/>
          </a:xfrm>
          <a:prstGeom prst="rect">
            <a:avLst/>
          </a:prstGeom>
          <a:noFill/>
          <a:ln>
            <a:noFill/>
          </a:ln>
        </p:spPr>
        <p:txBody>
          <a:bodyPr anchorCtr="0" anchor="t" bIns="91425" lIns="91425" spcFirstLastPara="1" rIns="91425" wrap="square" tIns="91425">
            <a:spAutoFit/>
          </a:bodyPr>
          <a:lstStyle/>
          <a:p>
            <a:pPr indent="0" lvl="0" marL="457200" rtl="0" algn="just">
              <a:spcBef>
                <a:spcPts val="0"/>
              </a:spcBef>
              <a:spcAft>
                <a:spcPts val="0"/>
              </a:spcAft>
              <a:buNone/>
            </a:pPr>
            <a:r>
              <a:rPr lang="en" sz="2600">
                <a:solidFill>
                  <a:schemeClr val="dk1"/>
                </a:solidFill>
                <a:latin typeface="Open Sans Medium"/>
                <a:ea typeface="Open Sans Medium"/>
                <a:cs typeface="Open Sans Medium"/>
                <a:sym typeface="Open Sans Medium"/>
              </a:rPr>
              <a:t>Replace the placeholder title with your paper's title, in Title Case, no smaller than 44pt. List authors with superscript numbers linking to affiliations below. Keep author affiliations to institution/university and department only , no full addresses.</a:t>
            </a:r>
            <a:endParaRPr b="1" sz="2600">
              <a:solidFill>
                <a:schemeClr val="dk1"/>
              </a:solidFill>
              <a:latin typeface="Open Sans"/>
              <a:ea typeface="Open Sans"/>
              <a:cs typeface="Open Sans"/>
              <a:sym typeface="Open Sans"/>
            </a:endParaRPr>
          </a:p>
        </p:txBody>
      </p:sp>
      <p:sp>
        <p:nvSpPr>
          <p:cNvPr id="126" name="Google Shape;126;p15"/>
          <p:cNvSpPr txBox="1"/>
          <p:nvPr/>
        </p:nvSpPr>
        <p:spPr>
          <a:xfrm>
            <a:off x="45443777" y="16236575"/>
            <a:ext cx="205500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800">
                <a:solidFill>
                  <a:srgbClr val="00629B"/>
                </a:solidFill>
                <a:latin typeface="Open Sans SemiBold"/>
                <a:ea typeface="Open Sans SemiBold"/>
                <a:cs typeface="Open Sans SemiBold"/>
                <a:sym typeface="Open Sans SemiBold"/>
              </a:rPr>
              <a:t>Subsection 2: Title and Authors block</a:t>
            </a:r>
            <a:endParaRPr sz="3800">
              <a:solidFill>
                <a:srgbClr val="00629B"/>
              </a:solidFill>
              <a:latin typeface="Open Sans SemiBold"/>
              <a:ea typeface="Open Sans SemiBold"/>
              <a:cs typeface="Open Sans SemiBold"/>
              <a:sym typeface="Open Sans SemiBold"/>
            </a:endParaRPr>
          </a:p>
        </p:txBody>
      </p:sp>
      <p:sp>
        <p:nvSpPr>
          <p:cNvPr id="127" name="Google Shape;127;p15"/>
          <p:cNvSpPr txBox="1"/>
          <p:nvPr/>
        </p:nvSpPr>
        <p:spPr>
          <a:xfrm>
            <a:off x="45160139" y="29498988"/>
            <a:ext cx="13625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800">
                <a:solidFill>
                  <a:srgbClr val="00629B"/>
                </a:solidFill>
                <a:latin typeface="Open Sans"/>
                <a:ea typeface="Open Sans"/>
                <a:cs typeface="Open Sans"/>
                <a:sym typeface="Open Sans"/>
              </a:rPr>
              <a:t>References</a:t>
            </a:r>
            <a:endParaRPr b="1" sz="4800">
              <a:solidFill>
                <a:srgbClr val="00629B"/>
              </a:solidFill>
              <a:latin typeface="Open Sans"/>
              <a:ea typeface="Open Sans"/>
              <a:cs typeface="Open Sans"/>
              <a:sym typeface="Open Sans"/>
            </a:endParaRPr>
          </a:p>
        </p:txBody>
      </p:sp>
      <p:sp>
        <p:nvSpPr>
          <p:cNvPr id="128" name="Google Shape;128;p15"/>
          <p:cNvSpPr txBox="1"/>
          <p:nvPr/>
        </p:nvSpPr>
        <p:spPr>
          <a:xfrm>
            <a:off x="45160139" y="24083113"/>
            <a:ext cx="13625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800">
                <a:solidFill>
                  <a:srgbClr val="00629B"/>
                </a:solidFill>
                <a:latin typeface="Open Sans"/>
                <a:ea typeface="Open Sans"/>
                <a:cs typeface="Open Sans"/>
                <a:sym typeface="Open Sans"/>
              </a:rPr>
              <a:t>Summary or Conclusion</a:t>
            </a:r>
            <a:endParaRPr b="1" sz="4800">
              <a:solidFill>
                <a:srgbClr val="00629B"/>
              </a:solidFill>
              <a:latin typeface="Open Sans"/>
              <a:ea typeface="Open Sans"/>
              <a:cs typeface="Open Sans"/>
              <a:sym typeface="Open Sans"/>
            </a:endParaRPr>
          </a:p>
        </p:txBody>
      </p:sp>
      <p:sp>
        <p:nvSpPr>
          <p:cNvPr id="129" name="Google Shape;129;p15"/>
          <p:cNvSpPr txBox="1"/>
          <p:nvPr/>
        </p:nvSpPr>
        <p:spPr>
          <a:xfrm>
            <a:off x="45443777" y="7143313"/>
            <a:ext cx="13625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800">
                <a:solidFill>
                  <a:srgbClr val="00629B"/>
                </a:solidFill>
                <a:latin typeface="Open Sans"/>
                <a:ea typeface="Open Sans"/>
                <a:cs typeface="Open Sans"/>
                <a:sym typeface="Open Sans"/>
              </a:rPr>
              <a:t>Section 4: Other sections</a:t>
            </a:r>
            <a:endParaRPr b="1" sz="4800">
              <a:solidFill>
                <a:srgbClr val="00629B"/>
              </a:solidFill>
              <a:latin typeface="Open Sans"/>
              <a:ea typeface="Open Sans"/>
              <a:cs typeface="Open Sans"/>
              <a:sym typeface="Open Sans"/>
            </a:endParaRPr>
          </a:p>
        </p:txBody>
      </p:sp>
      <p:sp>
        <p:nvSpPr>
          <p:cNvPr id="130" name="Google Shape;130;p15"/>
          <p:cNvSpPr txBox="1"/>
          <p:nvPr/>
        </p:nvSpPr>
        <p:spPr>
          <a:xfrm>
            <a:off x="21942052" y="8900438"/>
            <a:ext cx="16944600" cy="2102700"/>
          </a:xfrm>
          <a:prstGeom prst="rect">
            <a:avLst/>
          </a:prstGeom>
          <a:noFill/>
          <a:ln>
            <a:noFill/>
          </a:ln>
        </p:spPr>
        <p:txBody>
          <a:bodyPr anchorCtr="0" anchor="t" bIns="91425" lIns="91425" spcFirstLastPara="1" rIns="91425" wrap="square" tIns="91425">
            <a:spAutoFit/>
          </a:bodyPr>
          <a:lstStyle/>
          <a:p>
            <a:pPr indent="-406400" lvl="0" marL="457200" rtl="0" algn="l">
              <a:lnSpc>
                <a:spcPct val="115000"/>
              </a:lnSpc>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Include figures than are in your paper,  this is your chance to show data or diagrams that didn't fit the page limit. Use large, legible axis labels and legends (18pt minimum).</a:t>
            </a:r>
            <a:endParaRPr sz="2800">
              <a:solidFill>
                <a:schemeClr val="dk1"/>
              </a:solidFill>
              <a:latin typeface="Open Sans Medium"/>
              <a:ea typeface="Open Sans Medium"/>
              <a:cs typeface="Open Sans Medium"/>
              <a:sym typeface="Open Sans Medium"/>
            </a:endParaRPr>
          </a:p>
          <a:p>
            <a:pPr indent="-406400" lvl="0" marL="457200" rtl="0" algn="l">
              <a:lnSpc>
                <a:spcPct val="115000"/>
              </a:lnSpc>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Avoid simply pasting paper figures at their original small size; re-export or redraw them at higher resolution so they read clearly from 4–6 feet away.</a:t>
            </a:r>
            <a:endParaRPr sz="2800">
              <a:solidFill>
                <a:schemeClr val="dk1"/>
              </a:solidFill>
              <a:latin typeface="Open Sans Medium"/>
              <a:ea typeface="Open Sans Medium"/>
              <a:cs typeface="Open Sans Medium"/>
              <a:sym typeface="Open Sans Medium"/>
            </a:endParaRPr>
          </a:p>
        </p:txBody>
      </p:sp>
      <p:sp>
        <p:nvSpPr>
          <p:cNvPr id="131" name="Google Shape;131;p15"/>
          <p:cNvSpPr txBox="1"/>
          <p:nvPr/>
        </p:nvSpPr>
        <p:spPr>
          <a:xfrm>
            <a:off x="45299464" y="25496363"/>
            <a:ext cx="16944600" cy="985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2600">
                <a:solidFill>
                  <a:schemeClr val="dk1"/>
                </a:solidFill>
                <a:latin typeface="Open Sans Medium"/>
                <a:ea typeface="Open Sans Medium"/>
                <a:cs typeface="Open Sans Medium"/>
                <a:sym typeface="Open Sans Medium"/>
              </a:rPr>
              <a:t>Summarize your key contributions in 3–5 bullet points.</a:t>
            </a:r>
            <a:endParaRPr sz="2600">
              <a:solidFill>
                <a:schemeClr val="dk1"/>
              </a:solidFill>
              <a:latin typeface="Open Sans Medium"/>
              <a:ea typeface="Open Sans Medium"/>
              <a:cs typeface="Open Sans Medium"/>
              <a:sym typeface="Open Sans Medium"/>
            </a:endParaRPr>
          </a:p>
          <a:p>
            <a:pPr indent="0" lvl="0" marL="0" rtl="0" algn="just">
              <a:spcBef>
                <a:spcPts val="0"/>
              </a:spcBef>
              <a:spcAft>
                <a:spcPts val="0"/>
              </a:spcAft>
              <a:buNone/>
            </a:pPr>
            <a:r>
              <a:rPr lang="en" sz="2600">
                <a:solidFill>
                  <a:schemeClr val="dk1"/>
                </a:solidFill>
                <a:latin typeface="Open Sans Medium"/>
                <a:ea typeface="Open Sans Medium"/>
                <a:cs typeface="Open Sans Medium"/>
                <a:sym typeface="Open Sans Medium"/>
              </a:rPr>
              <a:t>Include links to code, datasets, or extended video if available.</a:t>
            </a:r>
            <a:endParaRPr b="1" sz="2600">
              <a:solidFill>
                <a:schemeClr val="dk1"/>
              </a:solidFill>
              <a:latin typeface="Open Sans"/>
              <a:ea typeface="Open Sans"/>
              <a:cs typeface="Open Sans"/>
              <a:sym typeface="Open Sans"/>
            </a:endParaRPr>
          </a:p>
        </p:txBody>
      </p:sp>
      <p:sp>
        <p:nvSpPr>
          <p:cNvPr id="132" name="Google Shape;132;p15"/>
          <p:cNvSpPr/>
          <p:nvPr/>
        </p:nvSpPr>
        <p:spPr>
          <a:xfrm>
            <a:off x="2581927" y="16452188"/>
            <a:ext cx="14235000" cy="6944100"/>
          </a:xfrm>
          <a:prstGeom prst="rect">
            <a:avLst/>
          </a:prstGeom>
          <a:solidFill>
            <a:schemeClr val="lt1"/>
          </a:solidFill>
          <a:ln cap="flat" cmpd="sng" w="38100">
            <a:solidFill>
              <a:srgbClr val="00629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0">
                <a:latin typeface="Open Sans"/>
                <a:ea typeface="Open Sans"/>
                <a:cs typeface="Open Sans"/>
                <a:sym typeface="Open Sans"/>
              </a:rPr>
              <a:t>Placeholder for images</a:t>
            </a:r>
            <a:endParaRPr b="1" sz="7000">
              <a:latin typeface="Open Sans"/>
              <a:ea typeface="Open Sans"/>
              <a:cs typeface="Open Sans"/>
              <a:sym typeface="Open Sans"/>
            </a:endParaRPr>
          </a:p>
        </p:txBody>
      </p:sp>
      <p:sp>
        <p:nvSpPr>
          <p:cNvPr id="133" name="Google Shape;133;p15"/>
          <p:cNvSpPr/>
          <p:nvPr/>
        </p:nvSpPr>
        <p:spPr>
          <a:xfrm>
            <a:off x="58087912" y="8150050"/>
            <a:ext cx="5921700" cy="6193800"/>
          </a:xfrm>
          <a:prstGeom prst="rect">
            <a:avLst/>
          </a:prstGeom>
          <a:solidFill>
            <a:schemeClr val="lt1"/>
          </a:solidFill>
          <a:ln cap="flat" cmpd="sng" w="38100">
            <a:solidFill>
              <a:srgbClr val="00629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0">
                <a:latin typeface="Open Sans"/>
                <a:ea typeface="Open Sans"/>
                <a:cs typeface="Open Sans"/>
                <a:sym typeface="Open Sans"/>
              </a:rPr>
              <a:t>Placeholder for images</a:t>
            </a:r>
            <a:endParaRPr b="1" sz="7000">
              <a:latin typeface="Open Sans"/>
              <a:ea typeface="Open Sans"/>
              <a:cs typeface="Open Sans"/>
              <a:sym typeface="Open Sans"/>
            </a:endParaRPr>
          </a:p>
        </p:txBody>
      </p:sp>
      <p:sp>
        <p:nvSpPr>
          <p:cNvPr id="134" name="Google Shape;134;p15"/>
          <p:cNvSpPr txBox="1"/>
          <p:nvPr/>
        </p:nvSpPr>
        <p:spPr>
          <a:xfrm>
            <a:off x="44632214" y="30643318"/>
            <a:ext cx="16944600" cy="2339700"/>
          </a:xfrm>
          <a:prstGeom prst="rect">
            <a:avLst/>
          </a:prstGeom>
          <a:noFill/>
          <a:ln>
            <a:noFill/>
          </a:ln>
        </p:spPr>
        <p:txBody>
          <a:bodyPr anchorCtr="0" anchor="t" bIns="91425" lIns="91425" spcFirstLastPara="1" rIns="91425" wrap="square" tIns="91425">
            <a:spAutoFit/>
          </a:bodyPr>
          <a:lstStyle/>
          <a:p>
            <a:pPr indent="0" lvl="0" marL="457200" rtl="0" algn="just">
              <a:spcBef>
                <a:spcPts val="0"/>
              </a:spcBef>
              <a:spcAft>
                <a:spcPts val="0"/>
              </a:spcAft>
              <a:buNone/>
            </a:pPr>
            <a:r>
              <a:rPr lang="en" sz="2800">
                <a:solidFill>
                  <a:schemeClr val="dk1"/>
                </a:solidFill>
                <a:latin typeface="Open Sans Medium"/>
                <a:ea typeface="Open Sans Medium"/>
                <a:cs typeface="Open Sans Medium"/>
                <a:sym typeface="Open Sans Medium"/>
              </a:rPr>
              <a:t>The poster session will be crowded, design your layout in columns so attendees can read top-to-bottom, left-to-right, without needing to backtrack. </a:t>
            </a:r>
            <a:endParaRPr sz="2800">
              <a:solidFill>
                <a:schemeClr val="dk1"/>
              </a:solidFill>
              <a:latin typeface="Open Sans Medium"/>
              <a:ea typeface="Open Sans Medium"/>
              <a:cs typeface="Open Sans Medium"/>
              <a:sym typeface="Open Sans Medium"/>
            </a:endParaRPr>
          </a:p>
          <a:p>
            <a:pPr indent="0" lvl="0" marL="457200" rtl="0" algn="just">
              <a:spcBef>
                <a:spcPts val="0"/>
              </a:spcBef>
              <a:spcAft>
                <a:spcPts val="0"/>
              </a:spcAft>
              <a:buNone/>
            </a:pPr>
            <a:r>
              <a:rPr lang="en" sz="2800">
                <a:solidFill>
                  <a:schemeClr val="dk1"/>
                </a:solidFill>
                <a:latin typeface="Open Sans Medium"/>
                <a:ea typeface="Open Sans Medium"/>
                <a:cs typeface="Open Sans Medium"/>
                <a:sym typeface="Open Sans Medium"/>
              </a:rPr>
              <a:t>Use photos, figures and tables to tell the story of your work. Minimize dense paragraphs. </a:t>
            </a:r>
            <a:endParaRPr sz="2800">
              <a:solidFill>
                <a:schemeClr val="dk1"/>
              </a:solidFill>
              <a:latin typeface="Open Sans Medium"/>
              <a:ea typeface="Open Sans Medium"/>
              <a:cs typeface="Open Sans Medium"/>
              <a:sym typeface="Open Sans Medium"/>
            </a:endParaRPr>
          </a:p>
          <a:p>
            <a:pPr indent="0" lvl="0" marL="457200" rtl="0" algn="just">
              <a:spcBef>
                <a:spcPts val="0"/>
              </a:spcBef>
              <a:spcAft>
                <a:spcPts val="0"/>
              </a:spcAft>
              <a:buNone/>
            </a:pPr>
            <a:r>
              <a:rPr lang="en" sz="2800">
                <a:solidFill>
                  <a:schemeClr val="dk1"/>
                </a:solidFill>
                <a:latin typeface="Open Sans Medium"/>
                <a:ea typeface="Open Sans Medium"/>
                <a:cs typeface="Open Sans Medium"/>
                <a:sym typeface="Open Sans Medium"/>
              </a:rPr>
              <a:t>Include a QR code linking to your paper, video or project page.</a:t>
            </a:r>
            <a:endParaRPr sz="2800">
              <a:solidFill>
                <a:schemeClr val="dk1"/>
              </a:solidFill>
              <a:latin typeface="Open Sans Medium"/>
              <a:ea typeface="Open Sans Medium"/>
              <a:cs typeface="Open Sans Medium"/>
              <a:sym typeface="Open Sans Medium"/>
            </a:endParaRPr>
          </a:p>
          <a:p>
            <a:pPr indent="0" lvl="0" marL="457200" rtl="0" algn="just">
              <a:spcBef>
                <a:spcPts val="0"/>
              </a:spcBef>
              <a:spcAft>
                <a:spcPts val="0"/>
              </a:spcAft>
              <a:buNone/>
            </a:pPr>
            <a:r>
              <a:rPr b="1" lang="en" sz="2800">
                <a:solidFill>
                  <a:schemeClr val="dk1"/>
                </a:solidFill>
                <a:latin typeface="Open Sans"/>
                <a:ea typeface="Open Sans"/>
                <a:cs typeface="Open Sans"/>
                <a:sym typeface="Open Sans"/>
              </a:rPr>
              <a:t>You are welcome to change the layout of this template to fit your work. </a:t>
            </a:r>
            <a:endParaRPr b="1" sz="2800">
              <a:solidFill>
                <a:schemeClr val="dk1"/>
              </a:solidFill>
              <a:latin typeface="Open Sans"/>
              <a:ea typeface="Open Sans"/>
              <a:cs typeface="Open Sans"/>
              <a:sym typeface="Open Sans"/>
            </a:endParaRPr>
          </a:p>
        </p:txBody>
      </p:sp>
      <p:sp>
        <p:nvSpPr>
          <p:cNvPr id="135" name="Google Shape;135;p15"/>
          <p:cNvSpPr txBox="1"/>
          <p:nvPr/>
        </p:nvSpPr>
        <p:spPr>
          <a:xfrm>
            <a:off x="1894950" y="41181972"/>
            <a:ext cx="16944600" cy="1785600"/>
          </a:xfrm>
          <a:prstGeom prst="rect">
            <a:avLst/>
          </a:prstGeom>
          <a:noFill/>
          <a:ln>
            <a:noFill/>
          </a:ln>
        </p:spPr>
        <p:txBody>
          <a:bodyPr anchorCtr="0" anchor="t" bIns="91425" lIns="91425" spcFirstLastPara="1" rIns="91425" wrap="square" tIns="91425">
            <a:spAutoFit/>
          </a:bodyPr>
          <a:lstStyle/>
          <a:p>
            <a:pPr indent="0" lvl="0" marL="457200" rtl="0" algn="just">
              <a:spcBef>
                <a:spcPts val="0"/>
              </a:spcBef>
              <a:spcAft>
                <a:spcPts val="0"/>
              </a:spcAft>
              <a:buNone/>
            </a:pPr>
            <a:r>
              <a:t/>
            </a:r>
            <a:endParaRPr b="1" sz="2600">
              <a:solidFill>
                <a:schemeClr val="dk1"/>
              </a:solidFill>
              <a:latin typeface="Open Sans"/>
              <a:ea typeface="Open Sans"/>
              <a:cs typeface="Open Sans"/>
              <a:sym typeface="Open Sans"/>
            </a:endParaRPr>
          </a:p>
          <a:p>
            <a:pPr indent="0" lvl="0" marL="0" rtl="0" algn="just">
              <a:spcBef>
                <a:spcPts val="0"/>
              </a:spcBef>
              <a:spcAft>
                <a:spcPts val="0"/>
              </a:spcAft>
              <a:buNone/>
            </a:pPr>
            <a:r>
              <a:rPr b="1" lang="en" sz="2600">
                <a:solidFill>
                  <a:schemeClr val="dk1"/>
                </a:solidFill>
                <a:latin typeface="Open Sans"/>
                <a:ea typeface="Open Sans"/>
                <a:cs typeface="Open Sans"/>
                <a:sym typeface="Open Sans"/>
              </a:rPr>
              <a:t>Keep to 1–2 lines: funding sources, grant numbers, and any collaborators not listed as authors.</a:t>
            </a:r>
            <a:endParaRPr b="1" sz="2600">
              <a:solidFill>
                <a:schemeClr val="dk1"/>
              </a:solidFill>
              <a:latin typeface="Open Sans"/>
              <a:ea typeface="Open Sans"/>
              <a:cs typeface="Open Sans"/>
              <a:sym typeface="Open Sans"/>
            </a:endParaRPr>
          </a:p>
          <a:p>
            <a:pPr indent="0" lvl="0" marL="457200" rtl="0" algn="just">
              <a:spcBef>
                <a:spcPts val="0"/>
              </a:spcBef>
              <a:spcAft>
                <a:spcPts val="0"/>
              </a:spcAft>
              <a:buNone/>
            </a:pPr>
            <a:r>
              <a:t/>
            </a:r>
            <a:endParaRPr b="1" sz="2600">
              <a:solidFill>
                <a:schemeClr val="dk1"/>
              </a:solidFill>
              <a:latin typeface="Open Sans"/>
              <a:ea typeface="Open Sans"/>
              <a:cs typeface="Open Sans"/>
              <a:sym typeface="Open Sans"/>
            </a:endParaRPr>
          </a:p>
          <a:p>
            <a:pPr indent="0" lvl="0" marL="457200" rtl="0" algn="just">
              <a:spcBef>
                <a:spcPts val="0"/>
              </a:spcBef>
              <a:spcAft>
                <a:spcPts val="0"/>
              </a:spcAft>
              <a:buNone/>
            </a:pPr>
            <a:r>
              <a:t/>
            </a:r>
            <a:endParaRPr b="1" sz="2600">
              <a:solidFill>
                <a:schemeClr val="dk1"/>
              </a:solidFill>
              <a:latin typeface="Open Sans"/>
              <a:ea typeface="Open Sans"/>
              <a:cs typeface="Open Sans"/>
              <a:sym typeface="Open Sans"/>
            </a:endParaRPr>
          </a:p>
        </p:txBody>
      </p:sp>
      <p:sp>
        <p:nvSpPr>
          <p:cNvPr id="136" name="Google Shape;136;p15"/>
          <p:cNvSpPr/>
          <p:nvPr/>
        </p:nvSpPr>
        <p:spPr>
          <a:xfrm>
            <a:off x="56682139" y="24161838"/>
            <a:ext cx="7565100" cy="3041100"/>
          </a:xfrm>
          <a:prstGeom prst="rect">
            <a:avLst/>
          </a:prstGeom>
          <a:solidFill>
            <a:schemeClr val="lt1"/>
          </a:solidFill>
          <a:ln cap="flat" cmpd="sng" w="38100">
            <a:solidFill>
              <a:srgbClr val="00629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0">
                <a:latin typeface="Open Sans"/>
                <a:ea typeface="Open Sans"/>
                <a:cs typeface="Open Sans"/>
                <a:sym typeface="Open Sans"/>
              </a:rPr>
              <a:t>Placeholder for images</a:t>
            </a:r>
            <a:endParaRPr b="1" sz="7000">
              <a:latin typeface="Open Sans"/>
              <a:ea typeface="Open Sans"/>
              <a:cs typeface="Open Sans"/>
              <a:sym typeface="Open Sans"/>
            </a:endParaRPr>
          </a:p>
        </p:txBody>
      </p:sp>
      <p:sp>
        <p:nvSpPr>
          <p:cNvPr id="137" name="Google Shape;137;p15"/>
          <p:cNvSpPr txBox="1"/>
          <p:nvPr/>
        </p:nvSpPr>
        <p:spPr>
          <a:xfrm>
            <a:off x="21781777" y="21514650"/>
            <a:ext cx="13625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800">
                <a:solidFill>
                  <a:srgbClr val="00629B"/>
                </a:solidFill>
                <a:latin typeface="Open Sans"/>
                <a:ea typeface="Open Sans"/>
                <a:cs typeface="Open Sans"/>
                <a:sym typeface="Open Sans"/>
              </a:rPr>
              <a:t>Section 3: Printing</a:t>
            </a:r>
            <a:endParaRPr b="1" sz="4800">
              <a:solidFill>
                <a:srgbClr val="00629B"/>
              </a:solidFill>
              <a:latin typeface="Open Sans"/>
              <a:ea typeface="Open Sans"/>
              <a:cs typeface="Open Sans"/>
              <a:sym typeface="Open Sans"/>
            </a:endParaRPr>
          </a:p>
        </p:txBody>
      </p:sp>
      <p:sp>
        <p:nvSpPr>
          <p:cNvPr id="138" name="Google Shape;138;p15"/>
          <p:cNvSpPr txBox="1"/>
          <p:nvPr/>
        </p:nvSpPr>
        <p:spPr>
          <a:xfrm>
            <a:off x="21964302" y="27805300"/>
            <a:ext cx="16944600" cy="58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2600">
                <a:solidFill>
                  <a:schemeClr val="dk1"/>
                </a:solidFill>
                <a:latin typeface="Open Sans"/>
                <a:ea typeface="Open Sans"/>
                <a:cs typeface="Open Sans"/>
                <a:sym typeface="Open Sans"/>
              </a:rPr>
              <a:t>Where  to print in Monterey:</a:t>
            </a:r>
            <a:endParaRPr sz="2600">
              <a:solidFill>
                <a:schemeClr val="dk1"/>
              </a:solidFill>
              <a:latin typeface="Open Sans Medium"/>
              <a:ea typeface="Open Sans Medium"/>
              <a:cs typeface="Open Sans Medium"/>
              <a:sym typeface="Open Sans Medium"/>
            </a:endParaRPr>
          </a:p>
        </p:txBody>
      </p:sp>
      <p:graphicFrame>
        <p:nvGraphicFramePr>
          <p:cNvPr id="139" name="Google Shape;139;p15"/>
          <p:cNvGraphicFramePr/>
          <p:nvPr/>
        </p:nvGraphicFramePr>
        <p:xfrm>
          <a:off x="22545189" y="29077875"/>
          <a:ext cx="3000000" cy="3000000"/>
        </p:xfrm>
        <a:graphic>
          <a:graphicData uri="http://schemas.openxmlformats.org/drawingml/2006/table">
            <a:tbl>
              <a:tblPr>
                <a:noFill/>
                <a:tableStyleId>{71537C27-EB43-4A73-BFE3-67B9AC402ADB}</a:tableStyleId>
              </a:tblPr>
              <a:tblGrid>
                <a:gridCol w="3206800"/>
                <a:gridCol w="2663250"/>
                <a:gridCol w="2685800"/>
                <a:gridCol w="11994150"/>
              </a:tblGrid>
              <a:tr h="381000">
                <a:tc>
                  <a:txBody>
                    <a:bodyPr/>
                    <a:lstStyle/>
                    <a:p>
                      <a:pPr indent="0" lvl="0" marL="0" rtl="0" algn="l">
                        <a:spcBef>
                          <a:spcPts val="0"/>
                        </a:spcBef>
                        <a:spcAft>
                          <a:spcPts val="0"/>
                        </a:spcAft>
                        <a:buNone/>
                      </a:pPr>
                      <a:r>
                        <a:rPr b="1" lang="en" sz="2800">
                          <a:latin typeface="Open Sans"/>
                          <a:ea typeface="Open Sans"/>
                          <a:cs typeface="Open Sans"/>
                          <a:sym typeface="Open Sans"/>
                        </a:rPr>
                        <a:t>Print Shop</a:t>
                      </a:r>
                      <a:endParaRPr b="1"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solidFill>
                      <a:srgbClr val="CAE7F7"/>
                    </a:solidFill>
                  </a:tcPr>
                </a:tc>
                <a:tc>
                  <a:txBody>
                    <a:bodyPr/>
                    <a:lstStyle/>
                    <a:p>
                      <a:pPr indent="0" lvl="0" marL="0" rtl="0" algn="l">
                        <a:spcBef>
                          <a:spcPts val="0"/>
                        </a:spcBef>
                        <a:spcAft>
                          <a:spcPts val="0"/>
                        </a:spcAft>
                        <a:buNone/>
                      </a:pPr>
                      <a:r>
                        <a:rPr b="1" lang="en" sz="2800">
                          <a:latin typeface="Open Sans"/>
                          <a:ea typeface="Open Sans"/>
                          <a:cs typeface="Open Sans"/>
                          <a:sym typeface="Open Sans"/>
                        </a:rPr>
                        <a:t>Phone</a:t>
                      </a:r>
                      <a:endParaRPr b="1"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solidFill>
                      <a:srgbClr val="CAE7F7"/>
                    </a:solidFill>
                  </a:tcPr>
                </a:tc>
                <a:tc>
                  <a:txBody>
                    <a:bodyPr/>
                    <a:lstStyle/>
                    <a:p>
                      <a:pPr indent="0" lvl="0" marL="0" rtl="0" algn="l">
                        <a:spcBef>
                          <a:spcPts val="0"/>
                        </a:spcBef>
                        <a:spcAft>
                          <a:spcPts val="0"/>
                        </a:spcAft>
                        <a:buNone/>
                      </a:pPr>
                      <a:r>
                        <a:rPr b="1" lang="en" sz="2800">
                          <a:latin typeface="Open Sans"/>
                          <a:ea typeface="Open Sans"/>
                          <a:cs typeface="Open Sans"/>
                          <a:sym typeface="Open Sans"/>
                        </a:rPr>
                        <a:t>Max Width</a:t>
                      </a:r>
                      <a:endParaRPr b="1"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solidFill>
                      <a:srgbClr val="CAE7F7"/>
                    </a:solidFill>
                  </a:tcPr>
                </a:tc>
                <a:tc>
                  <a:txBody>
                    <a:bodyPr/>
                    <a:lstStyle/>
                    <a:p>
                      <a:pPr indent="0" lvl="0" marL="0" rtl="0" algn="l">
                        <a:spcBef>
                          <a:spcPts val="0"/>
                        </a:spcBef>
                        <a:spcAft>
                          <a:spcPts val="0"/>
                        </a:spcAft>
                        <a:buNone/>
                      </a:pPr>
                      <a:r>
                        <a:rPr b="1" lang="en" sz="2800">
                          <a:latin typeface="Open Sans"/>
                          <a:ea typeface="Open Sans"/>
                          <a:cs typeface="Open Sans"/>
                          <a:sym typeface="Open Sans"/>
                        </a:rPr>
                        <a:t>Notes</a:t>
                      </a:r>
                      <a:endParaRPr b="1"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solidFill>
                      <a:srgbClr val="CAE7F7"/>
                    </a:solidFill>
                  </a:tcPr>
                </a:tc>
              </a:tr>
              <a:tr h="381000">
                <a:tc>
                  <a:txBody>
                    <a:bodyPr/>
                    <a:lstStyle/>
                    <a:p>
                      <a:pPr indent="0" lvl="0" marL="0" rtl="0" algn="l">
                        <a:spcBef>
                          <a:spcPts val="0"/>
                        </a:spcBef>
                        <a:spcAft>
                          <a:spcPts val="0"/>
                        </a:spcAft>
                        <a:buNone/>
                      </a:pPr>
                      <a:r>
                        <a:rPr lang="en" sz="2800">
                          <a:latin typeface="Open Sans"/>
                          <a:ea typeface="Open Sans"/>
                          <a:cs typeface="Open Sans"/>
                          <a:sym typeface="Open Sans"/>
                        </a:rPr>
                        <a:t>Minuteman Press</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831-373-1822</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Any size × 48"</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Email files directly; ~2 day turnaround</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2800">
                          <a:latin typeface="Open Sans"/>
                          <a:ea typeface="Open Sans"/>
                          <a:cs typeface="Open Sans"/>
                          <a:sym typeface="Open Sans"/>
                        </a:rPr>
                        <a:t>ARC Documents</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831-646-1170</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Any size × 36"</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Specializes in research poster printing; upload via website; near airport</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2800">
                          <a:latin typeface="Open Sans"/>
                          <a:ea typeface="Open Sans"/>
                          <a:cs typeface="Open Sans"/>
                          <a:sym typeface="Open Sans"/>
                        </a:rPr>
                        <a:t>Copy King</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831-373-1822</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Up to 36" × 48"</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2800">
                          <a:latin typeface="Open Sans"/>
                          <a:ea typeface="Open Sans"/>
                          <a:cs typeface="Open Sans"/>
                          <a:sym typeface="Open Sans"/>
                        </a:rPr>
                        <a:t>FedEx</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831-373-2298</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Up to 36" × 48"</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2800">
                          <a:latin typeface="Open Sans"/>
                          <a:ea typeface="Open Sans"/>
                          <a:cs typeface="Open Sans"/>
                          <a:sym typeface="Open Sans"/>
                        </a:rPr>
                        <a:t>Staples</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831-393-2102</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Up to 36" × 48"</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2800">
                          <a:latin typeface="Open Sans"/>
                          <a:ea typeface="Open Sans"/>
                          <a:cs typeface="Open Sans"/>
                          <a:sym typeface="Open Sans"/>
                        </a:rPr>
                        <a:t>UPS Store</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831-643-1655</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Up to 36" × 48"</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r>
            </a:tbl>
          </a:graphicData>
        </a:graphic>
      </p:graphicFrame>
      <p:sp>
        <p:nvSpPr>
          <p:cNvPr id="140" name="Google Shape;140;p15"/>
          <p:cNvSpPr txBox="1"/>
          <p:nvPr/>
        </p:nvSpPr>
        <p:spPr>
          <a:xfrm>
            <a:off x="21942052" y="23531263"/>
            <a:ext cx="16944600" cy="324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800">
                <a:solidFill>
                  <a:schemeClr val="dk1"/>
                </a:solidFill>
                <a:latin typeface="Open Sans"/>
                <a:ea typeface="Open Sans"/>
                <a:cs typeface="Open Sans"/>
                <a:sym typeface="Open Sans"/>
              </a:rPr>
              <a:t>Before sending to print:</a:t>
            </a:r>
            <a:endParaRPr b="1" sz="2800">
              <a:solidFill>
                <a:schemeClr val="dk1"/>
              </a:solidFill>
              <a:latin typeface="Open Sans"/>
              <a:ea typeface="Open Sans"/>
              <a:cs typeface="Open Sans"/>
              <a:sym typeface="Open Sans"/>
            </a:endParaRPr>
          </a:p>
          <a:p>
            <a:pPr indent="-311150" lvl="0" marL="457200" rtl="0" algn="l">
              <a:lnSpc>
                <a:spcPct val="115000"/>
              </a:lnSpc>
              <a:spcBef>
                <a:spcPts val="1200"/>
              </a:spcBef>
              <a:spcAft>
                <a:spcPts val="0"/>
              </a:spcAft>
              <a:buClr>
                <a:schemeClr val="dk1"/>
              </a:buClr>
              <a:buSzPts val="1300"/>
              <a:buChar char="●"/>
            </a:pPr>
            <a:r>
              <a:rPr lang="en" sz="2800">
                <a:solidFill>
                  <a:schemeClr val="dk1"/>
                </a:solidFill>
                <a:latin typeface="Open Sans Medium"/>
                <a:ea typeface="Open Sans Medium"/>
                <a:cs typeface="Open Sans Medium"/>
                <a:sym typeface="Open Sans Medium"/>
              </a:rPr>
              <a:t>Zoom to 100% in PowerPoint and check that all text and images are sharp, not blurry or pixelated.</a:t>
            </a:r>
            <a:endParaRPr sz="2800">
              <a:solidFill>
                <a:schemeClr val="dk1"/>
              </a:solidFill>
              <a:latin typeface="Open Sans Medium"/>
              <a:ea typeface="Open Sans Medium"/>
              <a:cs typeface="Open Sans Medium"/>
              <a:sym typeface="Open Sans Medium"/>
            </a:endParaRPr>
          </a:p>
          <a:p>
            <a:pPr indent="-311150" lvl="0" marL="457200" rtl="0" algn="l">
              <a:lnSpc>
                <a:spcPct val="115000"/>
              </a:lnSpc>
              <a:spcBef>
                <a:spcPts val="0"/>
              </a:spcBef>
              <a:spcAft>
                <a:spcPts val="0"/>
              </a:spcAft>
              <a:buClr>
                <a:schemeClr val="dk1"/>
              </a:buClr>
              <a:buSzPts val="1300"/>
              <a:buChar char="●"/>
            </a:pPr>
            <a:r>
              <a:rPr lang="en" sz="2800">
                <a:solidFill>
                  <a:schemeClr val="dk1"/>
                </a:solidFill>
                <a:latin typeface="Open Sans Medium"/>
                <a:ea typeface="Open Sans Medium"/>
                <a:cs typeface="Open Sans Medium"/>
                <a:sym typeface="Open Sans Medium"/>
              </a:rPr>
              <a:t>Confirm your slide size (File &gt; Page Setup) matches what you plan to print.</a:t>
            </a:r>
            <a:endParaRPr sz="2800">
              <a:solidFill>
                <a:schemeClr val="dk1"/>
              </a:solidFill>
              <a:latin typeface="Open Sans Medium"/>
              <a:ea typeface="Open Sans Medium"/>
              <a:cs typeface="Open Sans Medium"/>
              <a:sym typeface="Open Sans Medium"/>
            </a:endParaRPr>
          </a:p>
          <a:p>
            <a:pPr indent="-311150" lvl="0" marL="457200" rtl="0" algn="l">
              <a:lnSpc>
                <a:spcPct val="115000"/>
              </a:lnSpc>
              <a:spcBef>
                <a:spcPts val="0"/>
              </a:spcBef>
              <a:spcAft>
                <a:spcPts val="0"/>
              </a:spcAft>
              <a:buClr>
                <a:schemeClr val="dk1"/>
              </a:buClr>
              <a:buSzPts val="1300"/>
              <a:buChar char="●"/>
            </a:pPr>
            <a:r>
              <a:rPr lang="en" sz="2800">
                <a:solidFill>
                  <a:schemeClr val="dk1"/>
                </a:solidFill>
                <a:latin typeface="Open Sans Medium"/>
                <a:ea typeface="Open Sans Medium"/>
                <a:cs typeface="Open Sans Medium"/>
                <a:sym typeface="Open Sans Medium"/>
              </a:rPr>
              <a:t>Export as PDF for printing, this preserves fonts and avoids formatting shifts on different machines.</a:t>
            </a:r>
            <a:endParaRPr sz="2800">
              <a:solidFill>
                <a:schemeClr val="dk1"/>
              </a:solidFill>
              <a:latin typeface="Open Sans Medium"/>
              <a:ea typeface="Open Sans Medium"/>
              <a:cs typeface="Open Sans Medium"/>
              <a:sym typeface="Open Sans Medium"/>
            </a:endParaRPr>
          </a:p>
        </p:txBody>
      </p:sp>
      <p:sp>
        <p:nvSpPr>
          <p:cNvPr id="141" name="Google Shape;141;p15"/>
          <p:cNvSpPr/>
          <p:nvPr/>
        </p:nvSpPr>
        <p:spPr>
          <a:xfrm>
            <a:off x="24694464" y="12246263"/>
            <a:ext cx="14235000" cy="6944100"/>
          </a:xfrm>
          <a:prstGeom prst="rect">
            <a:avLst/>
          </a:prstGeom>
          <a:solidFill>
            <a:schemeClr val="lt1"/>
          </a:solidFill>
          <a:ln cap="flat" cmpd="sng" w="38100">
            <a:solidFill>
              <a:srgbClr val="00629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0">
                <a:latin typeface="Open Sans"/>
                <a:ea typeface="Open Sans"/>
                <a:cs typeface="Open Sans"/>
                <a:sym typeface="Open Sans"/>
              </a:rPr>
              <a:t>Placeholder for images</a:t>
            </a:r>
            <a:endParaRPr b="1" sz="7000">
              <a:latin typeface="Open Sans"/>
              <a:ea typeface="Open Sans"/>
              <a:cs typeface="Open Sans"/>
              <a:sym typeface="Open Sans"/>
            </a:endParaRPr>
          </a:p>
        </p:txBody>
      </p:sp>
      <p:pic>
        <p:nvPicPr>
          <p:cNvPr id="142" name="Google Shape;142;p15" title="O26M_logo_Hi.png"/>
          <p:cNvPicPr preferRelativeResize="0"/>
          <p:nvPr/>
        </p:nvPicPr>
        <p:blipFill rotWithShape="1">
          <a:blip r:embed="rId3">
            <a:alphaModFix/>
          </a:blip>
          <a:srcRect b="0" l="0" r="0" t="0"/>
          <a:stretch/>
        </p:blipFill>
        <p:spPr>
          <a:xfrm>
            <a:off x="57973921" y="491512"/>
            <a:ext cx="3454474" cy="3454474"/>
          </a:xfrm>
          <a:prstGeom prst="rect">
            <a:avLst/>
          </a:prstGeom>
          <a:noFill/>
          <a:ln>
            <a:noFill/>
          </a:ln>
        </p:spPr>
      </p:pic>
      <p:pic>
        <p:nvPicPr>
          <p:cNvPr id="143" name="Google Shape;143;p15" title="Logo_OES_hi.png"/>
          <p:cNvPicPr preferRelativeResize="0"/>
          <p:nvPr/>
        </p:nvPicPr>
        <p:blipFill>
          <a:blip r:embed="rId4">
            <a:alphaModFix/>
          </a:blip>
          <a:stretch>
            <a:fillRect/>
          </a:stretch>
        </p:blipFill>
        <p:spPr>
          <a:xfrm>
            <a:off x="51924198" y="918307"/>
            <a:ext cx="5589325" cy="260088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7" name="Shape 147"/>
        <p:cNvGrpSpPr/>
        <p:nvPr/>
      </p:nvGrpSpPr>
      <p:grpSpPr>
        <a:xfrm>
          <a:off x="0" y="0"/>
          <a:ext cx="0" cy="0"/>
          <a:chOff x="0" y="0"/>
          <a:chExt cx="0" cy="0"/>
        </a:xfrm>
      </p:grpSpPr>
      <p:cxnSp>
        <p:nvCxnSpPr>
          <p:cNvPr id="148" name="Google Shape;148;p16"/>
          <p:cNvCxnSpPr/>
          <p:nvPr/>
        </p:nvCxnSpPr>
        <p:spPr>
          <a:xfrm flipH="1" rot="10800000">
            <a:off x="3308977" y="4796271"/>
            <a:ext cx="58949700" cy="214200"/>
          </a:xfrm>
          <a:prstGeom prst="straightConnector1">
            <a:avLst/>
          </a:prstGeom>
          <a:noFill/>
          <a:ln cap="flat" cmpd="sng" w="38100">
            <a:solidFill>
              <a:srgbClr val="CAE7F7"/>
            </a:solidFill>
            <a:prstDash val="solid"/>
            <a:round/>
            <a:headEnd len="med" w="med" type="none"/>
            <a:tailEnd len="med" w="med" type="none"/>
          </a:ln>
        </p:spPr>
      </p:cxnSp>
      <p:sp>
        <p:nvSpPr>
          <p:cNvPr id="149" name="Google Shape;149;p16"/>
          <p:cNvSpPr/>
          <p:nvPr/>
        </p:nvSpPr>
        <p:spPr>
          <a:xfrm>
            <a:off x="2512626" y="491500"/>
            <a:ext cx="9046200" cy="3412800"/>
          </a:xfrm>
          <a:prstGeom prst="rect">
            <a:avLst/>
          </a:prstGeom>
          <a:solidFill>
            <a:schemeClr val="lt1"/>
          </a:solidFill>
          <a:ln cap="flat" cmpd="sng" w="38100">
            <a:solidFill>
              <a:srgbClr val="00629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Open Sans"/>
                <a:ea typeface="Open Sans"/>
                <a:cs typeface="Open Sans"/>
                <a:sym typeface="Open Sans"/>
              </a:rPr>
              <a:t>School or Institution Logos  Here</a:t>
            </a:r>
            <a:endParaRPr b="1" sz="3000">
              <a:latin typeface="Open Sans"/>
              <a:ea typeface="Open Sans"/>
              <a:cs typeface="Open Sans"/>
              <a:sym typeface="Open Sans"/>
            </a:endParaRPr>
          </a:p>
        </p:txBody>
      </p:sp>
      <p:sp>
        <p:nvSpPr>
          <p:cNvPr id="150" name="Google Shape;150;p16"/>
          <p:cNvSpPr txBox="1"/>
          <p:nvPr/>
        </p:nvSpPr>
        <p:spPr>
          <a:xfrm>
            <a:off x="17543823" y="1428257"/>
            <a:ext cx="29025900" cy="153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800">
                <a:solidFill>
                  <a:srgbClr val="00629B"/>
                </a:solidFill>
                <a:latin typeface="Open Sans ExtraBold"/>
                <a:ea typeface="Open Sans ExtraBold"/>
                <a:cs typeface="Open Sans ExtraBold"/>
                <a:sym typeface="Open Sans ExtraBold"/>
              </a:rPr>
              <a:t>Template - Replace This Text With Your Title</a:t>
            </a:r>
            <a:endParaRPr sz="8800">
              <a:solidFill>
                <a:srgbClr val="00629B"/>
              </a:solidFill>
              <a:latin typeface="Open Sans ExtraBold"/>
              <a:ea typeface="Open Sans ExtraBold"/>
              <a:cs typeface="Open Sans ExtraBold"/>
              <a:sym typeface="Open Sans ExtraBold"/>
            </a:endParaRPr>
          </a:p>
        </p:txBody>
      </p:sp>
      <p:sp>
        <p:nvSpPr>
          <p:cNvPr id="151" name="Google Shape;151;p16"/>
          <p:cNvSpPr txBox="1"/>
          <p:nvPr/>
        </p:nvSpPr>
        <p:spPr>
          <a:xfrm>
            <a:off x="21781777" y="3152725"/>
            <a:ext cx="20550000" cy="240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4800">
                <a:solidFill>
                  <a:schemeClr val="dk2"/>
                </a:solidFill>
                <a:latin typeface="Open Sans SemiBold"/>
                <a:ea typeface="Open Sans SemiBold"/>
                <a:cs typeface="Open Sans SemiBold"/>
                <a:sym typeface="Open Sans SemiBold"/>
              </a:rPr>
              <a:t>John Smith</a:t>
            </a:r>
            <a:r>
              <a:rPr baseline="30000" lang="en" sz="4800">
                <a:solidFill>
                  <a:schemeClr val="dk2"/>
                </a:solidFill>
                <a:latin typeface="Open Sans SemiBold"/>
                <a:ea typeface="Open Sans SemiBold"/>
                <a:cs typeface="Open Sans SemiBold"/>
                <a:sym typeface="Open Sans SemiBold"/>
              </a:rPr>
              <a:t>1</a:t>
            </a:r>
            <a:r>
              <a:rPr lang="en" sz="4800">
                <a:solidFill>
                  <a:schemeClr val="dk2"/>
                </a:solidFill>
                <a:latin typeface="Open Sans SemiBold"/>
                <a:ea typeface="Open Sans SemiBold"/>
                <a:cs typeface="Open Sans SemiBold"/>
                <a:sym typeface="Open Sans SemiBold"/>
              </a:rPr>
              <a:t>; Jane Doe</a:t>
            </a:r>
            <a:r>
              <a:rPr baseline="30000" lang="en" sz="4800">
                <a:solidFill>
                  <a:schemeClr val="dk2"/>
                </a:solidFill>
                <a:latin typeface="Open Sans SemiBold"/>
                <a:ea typeface="Open Sans SemiBold"/>
                <a:cs typeface="Open Sans SemiBold"/>
                <a:sym typeface="Open Sans SemiBold"/>
              </a:rPr>
              <a:t>2</a:t>
            </a:r>
            <a:endParaRPr baseline="30000" sz="4800">
              <a:solidFill>
                <a:schemeClr val="dk2"/>
              </a:solidFill>
              <a:latin typeface="Open Sans SemiBold"/>
              <a:ea typeface="Open Sans SemiBold"/>
              <a:cs typeface="Open Sans SemiBold"/>
              <a:sym typeface="Open Sans SemiBold"/>
            </a:endParaRPr>
          </a:p>
          <a:p>
            <a:pPr indent="0" lvl="0" marL="0" rtl="0" algn="ctr">
              <a:spcBef>
                <a:spcPts val="0"/>
              </a:spcBef>
              <a:spcAft>
                <a:spcPts val="0"/>
              </a:spcAft>
              <a:buNone/>
            </a:pPr>
            <a:r>
              <a:rPr baseline="30000" lang="en" sz="4800">
                <a:solidFill>
                  <a:schemeClr val="dk2"/>
                </a:solidFill>
                <a:latin typeface="Open Sans SemiBold"/>
                <a:ea typeface="Open Sans SemiBold"/>
                <a:cs typeface="Open Sans SemiBold"/>
                <a:sym typeface="Open Sans SemiBold"/>
              </a:rPr>
              <a:t>1</a:t>
            </a:r>
            <a:r>
              <a:rPr lang="en" sz="4800">
                <a:solidFill>
                  <a:schemeClr val="dk2"/>
                </a:solidFill>
                <a:latin typeface="Open Sans SemiBold"/>
                <a:ea typeface="Open Sans SemiBold"/>
                <a:cs typeface="Open Sans SemiBold"/>
                <a:sym typeface="Open Sans SemiBold"/>
              </a:rPr>
              <a:t>University of Affiliation, </a:t>
            </a:r>
            <a:r>
              <a:rPr baseline="30000" lang="en" sz="4800">
                <a:solidFill>
                  <a:schemeClr val="dk2"/>
                </a:solidFill>
                <a:latin typeface="Open Sans SemiBold"/>
                <a:ea typeface="Open Sans SemiBold"/>
                <a:cs typeface="Open Sans SemiBold"/>
                <a:sym typeface="Open Sans SemiBold"/>
              </a:rPr>
              <a:t>2</a:t>
            </a:r>
            <a:r>
              <a:rPr lang="en" sz="4800">
                <a:solidFill>
                  <a:schemeClr val="dk2"/>
                </a:solidFill>
                <a:latin typeface="Open Sans SemiBold"/>
                <a:ea typeface="Open Sans SemiBold"/>
                <a:cs typeface="Open Sans SemiBold"/>
                <a:sym typeface="Open Sans SemiBold"/>
              </a:rPr>
              <a:t>Institution of Affiliation</a:t>
            </a:r>
            <a:endParaRPr sz="4800">
              <a:solidFill>
                <a:schemeClr val="dk2"/>
              </a:solidFill>
              <a:latin typeface="Open Sans SemiBold"/>
              <a:ea typeface="Open Sans SemiBold"/>
              <a:cs typeface="Open Sans SemiBold"/>
              <a:sym typeface="Open Sans SemiBold"/>
            </a:endParaRPr>
          </a:p>
          <a:p>
            <a:pPr indent="0" lvl="0" marL="0" rtl="0" algn="ctr">
              <a:spcBef>
                <a:spcPts val="0"/>
              </a:spcBef>
              <a:spcAft>
                <a:spcPts val="0"/>
              </a:spcAft>
              <a:buNone/>
            </a:pPr>
            <a:r>
              <a:t/>
            </a:r>
            <a:endParaRPr b="1" sz="4800">
              <a:solidFill>
                <a:schemeClr val="dk2"/>
              </a:solidFill>
              <a:latin typeface="Open Sans"/>
              <a:ea typeface="Open Sans"/>
              <a:cs typeface="Open Sans"/>
              <a:sym typeface="Open Sans"/>
            </a:endParaRPr>
          </a:p>
        </p:txBody>
      </p:sp>
      <p:sp>
        <p:nvSpPr>
          <p:cNvPr id="152" name="Google Shape;152;p16"/>
          <p:cNvSpPr/>
          <p:nvPr/>
        </p:nvSpPr>
        <p:spPr>
          <a:xfrm>
            <a:off x="61888802" y="940300"/>
            <a:ext cx="3302400" cy="2556900"/>
          </a:xfrm>
          <a:prstGeom prst="roundRect">
            <a:avLst>
              <a:gd fmla="val 16667" name="adj"/>
            </a:avLst>
          </a:prstGeom>
          <a:solidFill>
            <a:srgbClr val="E6913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3600">
                <a:solidFill>
                  <a:schemeClr val="lt1"/>
                </a:solidFill>
                <a:latin typeface="Open Sans"/>
                <a:ea typeface="Open Sans"/>
                <a:cs typeface="Open Sans"/>
                <a:sym typeface="Open Sans"/>
              </a:rPr>
              <a:t>Student Poster Competition</a:t>
            </a:r>
            <a:endParaRPr b="1" sz="3600">
              <a:solidFill>
                <a:schemeClr val="lt1"/>
              </a:solidFill>
              <a:latin typeface="Open Sans"/>
              <a:ea typeface="Open Sans"/>
              <a:cs typeface="Open Sans"/>
              <a:sym typeface="Open Sans"/>
            </a:endParaRPr>
          </a:p>
        </p:txBody>
      </p:sp>
      <p:sp>
        <p:nvSpPr>
          <p:cNvPr id="153" name="Google Shape;153;p16"/>
          <p:cNvSpPr txBox="1"/>
          <p:nvPr/>
        </p:nvSpPr>
        <p:spPr>
          <a:xfrm>
            <a:off x="324850" y="39882725"/>
            <a:ext cx="86259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000">
                <a:solidFill>
                  <a:srgbClr val="00629B"/>
                </a:solidFill>
                <a:latin typeface="Open Sans SemiBold"/>
                <a:ea typeface="Open Sans SemiBold"/>
                <a:cs typeface="Open Sans SemiBold"/>
                <a:sym typeface="Open Sans SemiBold"/>
              </a:rPr>
              <a:t>Acknowledgements</a:t>
            </a:r>
            <a:endParaRPr sz="5000">
              <a:solidFill>
                <a:srgbClr val="00629B"/>
              </a:solidFill>
              <a:latin typeface="Open Sans SemiBold"/>
              <a:ea typeface="Open Sans SemiBold"/>
              <a:cs typeface="Open Sans SemiBold"/>
              <a:sym typeface="Open Sans SemiBold"/>
            </a:endParaRPr>
          </a:p>
        </p:txBody>
      </p:sp>
      <p:sp>
        <p:nvSpPr>
          <p:cNvPr id="154" name="Google Shape;154;p16"/>
          <p:cNvSpPr txBox="1"/>
          <p:nvPr/>
        </p:nvSpPr>
        <p:spPr>
          <a:xfrm>
            <a:off x="1735152" y="6981950"/>
            <a:ext cx="13625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800">
                <a:solidFill>
                  <a:srgbClr val="00629B"/>
                </a:solidFill>
                <a:latin typeface="Open Sans"/>
                <a:ea typeface="Open Sans"/>
                <a:cs typeface="Open Sans"/>
                <a:sym typeface="Open Sans"/>
              </a:rPr>
              <a:t>Section 1: Instructions</a:t>
            </a:r>
            <a:endParaRPr b="1" sz="4800">
              <a:solidFill>
                <a:srgbClr val="00629B"/>
              </a:solidFill>
              <a:latin typeface="Open Sans"/>
              <a:ea typeface="Open Sans"/>
              <a:cs typeface="Open Sans"/>
              <a:sym typeface="Open Sans"/>
            </a:endParaRPr>
          </a:p>
        </p:txBody>
      </p:sp>
      <p:sp>
        <p:nvSpPr>
          <p:cNvPr id="155" name="Google Shape;155;p16"/>
          <p:cNvSpPr txBox="1"/>
          <p:nvPr/>
        </p:nvSpPr>
        <p:spPr>
          <a:xfrm>
            <a:off x="1735152" y="8621375"/>
            <a:ext cx="176181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800">
                <a:solidFill>
                  <a:srgbClr val="00629B"/>
                </a:solidFill>
                <a:latin typeface="Open Sans SemiBold"/>
                <a:ea typeface="Open Sans SemiBold"/>
                <a:cs typeface="Open Sans SemiBold"/>
                <a:sym typeface="Open Sans SemiBold"/>
              </a:rPr>
              <a:t>Subsection 1: Sizes </a:t>
            </a:r>
            <a:endParaRPr sz="3800">
              <a:solidFill>
                <a:srgbClr val="00629B"/>
              </a:solidFill>
              <a:latin typeface="Open Sans SemiBold"/>
              <a:ea typeface="Open Sans SemiBold"/>
              <a:cs typeface="Open Sans SemiBold"/>
              <a:sym typeface="Open Sans SemiBold"/>
            </a:endParaRPr>
          </a:p>
        </p:txBody>
      </p:sp>
      <p:sp>
        <p:nvSpPr>
          <p:cNvPr id="156" name="Google Shape;156;p16"/>
          <p:cNvSpPr txBox="1"/>
          <p:nvPr/>
        </p:nvSpPr>
        <p:spPr>
          <a:xfrm>
            <a:off x="1735152" y="10254725"/>
            <a:ext cx="16944600" cy="4063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2800">
                <a:solidFill>
                  <a:schemeClr val="dk1"/>
                </a:solidFill>
                <a:latin typeface="Open Sans Medium"/>
                <a:ea typeface="Open Sans Medium"/>
                <a:cs typeface="Open Sans Medium"/>
                <a:sym typeface="Open Sans Medium"/>
              </a:rPr>
              <a:t>OCEANS accepts posters measuring up to 72 "× 48" (this template) and 48"×36" as the minimum dimensions. Please use the corresponding template for your chosen size. A separate 48"×36" template is provided.</a:t>
            </a:r>
            <a:endParaRPr sz="2800">
              <a:solidFill>
                <a:schemeClr val="dk1"/>
              </a:solidFill>
              <a:latin typeface="Open Sans Medium"/>
              <a:ea typeface="Open Sans Medium"/>
              <a:cs typeface="Open Sans Medium"/>
              <a:sym typeface="Open Sans Medium"/>
            </a:endParaRPr>
          </a:p>
          <a:p>
            <a:pPr indent="0" lvl="0" marL="0" rtl="0" algn="just">
              <a:spcBef>
                <a:spcPts val="0"/>
              </a:spcBef>
              <a:spcAft>
                <a:spcPts val="0"/>
              </a:spcAft>
              <a:buNone/>
            </a:pPr>
            <a:r>
              <a:t/>
            </a:r>
            <a:endParaRPr sz="2800">
              <a:solidFill>
                <a:schemeClr val="dk1"/>
              </a:solidFill>
              <a:latin typeface="Open Sans Medium"/>
              <a:ea typeface="Open Sans Medium"/>
              <a:cs typeface="Open Sans Medium"/>
              <a:sym typeface="Open Sans Medium"/>
            </a:endParaRPr>
          </a:p>
          <a:p>
            <a:pPr indent="-406400" lvl="0" marL="457200" rtl="0" algn="just">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Keep a small margin from edge, most plotters can't print all the way to the paper's edge.</a:t>
            </a:r>
            <a:endParaRPr sz="2800">
              <a:solidFill>
                <a:schemeClr val="dk1"/>
              </a:solidFill>
              <a:latin typeface="Open Sans Medium"/>
              <a:ea typeface="Open Sans Medium"/>
              <a:cs typeface="Open Sans Medium"/>
              <a:sym typeface="Open Sans Medium"/>
            </a:endParaRPr>
          </a:p>
          <a:p>
            <a:pPr indent="-406400" lvl="0" marL="457200" rtl="0" algn="just">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Recommended body text: no smaller than 24pt at final size.</a:t>
            </a:r>
            <a:endParaRPr sz="2800">
              <a:solidFill>
                <a:schemeClr val="dk1"/>
              </a:solidFill>
              <a:latin typeface="Open Sans Medium"/>
              <a:ea typeface="Open Sans Medium"/>
              <a:cs typeface="Open Sans Medium"/>
              <a:sym typeface="Open Sans Medium"/>
            </a:endParaRPr>
          </a:p>
          <a:p>
            <a:pPr indent="-406400" lvl="0" marL="457200" rtl="0" algn="just">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Section headers: 40–44pt; subsection headers: 34–38pt.</a:t>
            </a:r>
            <a:endParaRPr sz="2800">
              <a:solidFill>
                <a:schemeClr val="dk1"/>
              </a:solidFill>
              <a:latin typeface="Open Sans Medium"/>
              <a:ea typeface="Open Sans Medium"/>
              <a:cs typeface="Open Sans Medium"/>
              <a:sym typeface="Open Sans Medium"/>
            </a:endParaRPr>
          </a:p>
          <a:p>
            <a:pPr indent="-406400" lvl="0" marL="457200" rtl="0" algn="just">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Keep high-resolution graphics, check for pixelation by zooming to 100%.</a:t>
            </a:r>
            <a:endParaRPr sz="2800">
              <a:solidFill>
                <a:schemeClr val="dk1"/>
              </a:solidFill>
              <a:latin typeface="Open Sans Medium"/>
              <a:ea typeface="Open Sans Medium"/>
              <a:cs typeface="Open Sans Medium"/>
              <a:sym typeface="Open Sans Medium"/>
            </a:endParaRPr>
          </a:p>
          <a:p>
            <a:pPr indent="-406400" lvl="0" marL="457200" rtl="0" algn="just">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Aim for roughly 20–25% text and 40–45% graphics/figures. Posters are a visual medium.</a:t>
            </a:r>
            <a:endParaRPr sz="2800">
              <a:solidFill>
                <a:schemeClr val="dk1"/>
              </a:solidFill>
              <a:latin typeface="Open Sans Medium"/>
              <a:ea typeface="Open Sans Medium"/>
              <a:cs typeface="Open Sans Medium"/>
              <a:sym typeface="Open Sans Medium"/>
            </a:endParaRPr>
          </a:p>
        </p:txBody>
      </p:sp>
      <p:sp>
        <p:nvSpPr>
          <p:cNvPr id="157" name="Google Shape;157;p16"/>
          <p:cNvSpPr/>
          <p:nvPr/>
        </p:nvSpPr>
        <p:spPr>
          <a:xfrm>
            <a:off x="61249450" y="39936750"/>
            <a:ext cx="4334700" cy="3412800"/>
          </a:xfrm>
          <a:prstGeom prst="rect">
            <a:avLst/>
          </a:prstGeom>
          <a:solidFill>
            <a:schemeClr val="lt1"/>
          </a:solidFill>
          <a:ln cap="flat" cmpd="sng" w="38100">
            <a:solidFill>
              <a:srgbClr val="00629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Open Sans"/>
                <a:ea typeface="Open Sans"/>
                <a:cs typeface="Open Sans"/>
                <a:sym typeface="Open Sans"/>
              </a:rPr>
              <a:t>QR</a:t>
            </a:r>
            <a:endParaRPr b="1" sz="3000">
              <a:latin typeface="Open Sans"/>
              <a:ea typeface="Open Sans"/>
              <a:cs typeface="Open Sans"/>
              <a:sym typeface="Open Sans"/>
            </a:endParaRPr>
          </a:p>
          <a:p>
            <a:pPr indent="0" lvl="0" marL="0" rtl="0" algn="ctr">
              <a:spcBef>
                <a:spcPts val="0"/>
              </a:spcBef>
              <a:spcAft>
                <a:spcPts val="0"/>
              </a:spcAft>
              <a:buNone/>
            </a:pPr>
            <a:r>
              <a:rPr b="1" lang="en" sz="3000">
                <a:latin typeface="Open Sans"/>
                <a:ea typeface="Open Sans"/>
                <a:cs typeface="Open Sans"/>
                <a:sym typeface="Open Sans"/>
              </a:rPr>
              <a:t>CODE</a:t>
            </a:r>
            <a:endParaRPr b="1" sz="3000">
              <a:latin typeface="Open Sans"/>
              <a:ea typeface="Open Sans"/>
              <a:cs typeface="Open Sans"/>
              <a:sym typeface="Open Sans"/>
            </a:endParaRPr>
          </a:p>
        </p:txBody>
      </p:sp>
      <p:sp>
        <p:nvSpPr>
          <p:cNvPr id="158" name="Google Shape;158;p16"/>
          <p:cNvSpPr/>
          <p:nvPr/>
        </p:nvSpPr>
        <p:spPr>
          <a:xfrm>
            <a:off x="56201707" y="39936750"/>
            <a:ext cx="4334700" cy="3412800"/>
          </a:xfrm>
          <a:prstGeom prst="rect">
            <a:avLst/>
          </a:prstGeom>
          <a:solidFill>
            <a:schemeClr val="lt1"/>
          </a:solidFill>
          <a:ln cap="flat" cmpd="sng" w="38100">
            <a:solidFill>
              <a:srgbClr val="00629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3000">
                <a:latin typeface="Open Sans"/>
                <a:ea typeface="Open Sans"/>
                <a:cs typeface="Open Sans"/>
                <a:sym typeface="Open Sans"/>
              </a:rPr>
              <a:t>Other Logos</a:t>
            </a:r>
            <a:endParaRPr b="1" sz="3000">
              <a:latin typeface="Open Sans"/>
              <a:ea typeface="Open Sans"/>
              <a:cs typeface="Open Sans"/>
              <a:sym typeface="Open Sans"/>
            </a:endParaRPr>
          </a:p>
          <a:p>
            <a:pPr indent="0" lvl="0" marL="0" rtl="0" algn="l">
              <a:spcBef>
                <a:spcPts val="0"/>
              </a:spcBef>
              <a:spcAft>
                <a:spcPts val="0"/>
              </a:spcAft>
              <a:buNone/>
            </a:pPr>
            <a:r>
              <a:rPr b="1" lang="en" sz="3000">
                <a:latin typeface="Open Sans"/>
                <a:ea typeface="Open Sans"/>
                <a:cs typeface="Open Sans"/>
                <a:sym typeface="Open Sans"/>
              </a:rPr>
              <a:t>(optional)</a:t>
            </a:r>
            <a:endParaRPr b="1" sz="3000">
              <a:latin typeface="Open Sans"/>
              <a:ea typeface="Open Sans"/>
              <a:cs typeface="Open Sans"/>
              <a:sym typeface="Open Sans"/>
            </a:endParaRPr>
          </a:p>
        </p:txBody>
      </p:sp>
      <p:cxnSp>
        <p:nvCxnSpPr>
          <p:cNvPr id="159" name="Google Shape;159;p16"/>
          <p:cNvCxnSpPr/>
          <p:nvPr/>
        </p:nvCxnSpPr>
        <p:spPr>
          <a:xfrm flipH="1" rot="10800000">
            <a:off x="2741725" y="39323575"/>
            <a:ext cx="58949700" cy="214200"/>
          </a:xfrm>
          <a:prstGeom prst="straightConnector1">
            <a:avLst/>
          </a:prstGeom>
          <a:noFill/>
          <a:ln cap="flat" cmpd="sng" w="38100">
            <a:solidFill>
              <a:srgbClr val="CAE7F7"/>
            </a:solidFill>
            <a:prstDash val="solid"/>
            <a:round/>
            <a:headEnd len="med" w="med" type="none"/>
            <a:tailEnd len="med" w="med" type="none"/>
          </a:ln>
        </p:spPr>
      </p:cxnSp>
      <p:cxnSp>
        <p:nvCxnSpPr>
          <p:cNvPr id="160" name="Google Shape;160;p16"/>
          <p:cNvCxnSpPr/>
          <p:nvPr/>
        </p:nvCxnSpPr>
        <p:spPr>
          <a:xfrm>
            <a:off x="19995652" y="6764913"/>
            <a:ext cx="142800" cy="28761300"/>
          </a:xfrm>
          <a:prstGeom prst="straightConnector1">
            <a:avLst/>
          </a:prstGeom>
          <a:noFill/>
          <a:ln cap="flat" cmpd="sng" w="38100">
            <a:solidFill>
              <a:srgbClr val="00629B"/>
            </a:solidFill>
            <a:prstDash val="dot"/>
            <a:round/>
            <a:headEnd len="med" w="med" type="none"/>
            <a:tailEnd len="med" w="med" type="none"/>
          </a:ln>
        </p:spPr>
      </p:cxnSp>
      <p:cxnSp>
        <p:nvCxnSpPr>
          <p:cNvPr id="161" name="Google Shape;161;p16"/>
          <p:cNvCxnSpPr/>
          <p:nvPr/>
        </p:nvCxnSpPr>
        <p:spPr>
          <a:xfrm>
            <a:off x="44056277" y="6764900"/>
            <a:ext cx="142800" cy="28761300"/>
          </a:xfrm>
          <a:prstGeom prst="straightConnector1">
            <a:avLst/>
          </a:prstGeom>
          <a:noFill/>
          <a:ln cap="flat" cmpd="sng" w="38100">
            <a:solidFill>
              <a:schemeClr val="accent1"/>
            </a:solidFill>
            <a:prstDash val="dot"/>
            <a:round/>
            <a:headEnd len="med" w="med" type="none"/>
            <a:tailEnd len="med" w="med" type="none"/>
          </a:ln>
        </p:spPr>
      </p:cxnSp>
      <p:sp>
        <p:nvSpPr>
          <p:cNvPr id="162" name="Google Shape;162;p16"/>
          <p:cNvSpPr txBox="1"/>
          <p:nvPr/>
        </p:nvSpPr>
        <p:spPr>
          <a:xfrm>
            <a:off x="1491302" y="27025425"/>
            <a:ext cx="16944600" cy="2339700"/>
          </a:xfrm>
          <a:prstGeom prst="rect">
            <a:avLst/>
          </a:prstGeom>
          <a:noFill/>
          <a:ln>
            <a:noFill/>
          </a:ln>
        </p:spPr>
        <p:txBody>
          <a:bodyPr anchorCtr="0" anchor="t" bIns="91425" lIns="91425" spcFirstLastPara="1" rIns="91425" wrap="square" tIns="91425">
            <a:spAutoFit/>
          </a:bodyPr>
          <a:lstStyle/>
          <a:p>
            <a:pPr indent="0" lvl="0" marL="457200" rtl="0" algn="just">
              <a:spcBef>
                <a:spcPts val="0"/>
              </a:spcBef>
              <a:spcAft>
                <a:spcPts val="0"/>
              </a:spcAft>
              <a:buNone/>
            </a:pPr>
            <a:r>
              <a:rPr lang="en" sz="2800">
                <a:solidFill>
                  <a:schemeClr val="dk1"/>
                </a:solidFill>
                <a:latin typeface="Open Sans Medium"/>
                <a:ea typeface="Open Sans Medium"/>
                <a:cs typeface="Open Sans Medium"/>
                <a:sym typeface="Open Sans Medium"/>
              </a:rPr>
              <a:t>The poster session will be crowded, design your layout in columns so attendees can read top-to-bottom, left-to-right, without needing to backtrack. </a:t>
            </a:r>
            <a:endParaRPr sz="2800">
              <a:solidFill>
                <a:schemeClr val="dk1"/>
              </a:solidFill>
              <a:latin typeface="Open Sans Medium"/>
              <a:ea typeface="Open Sans Medium"/>
              <a:cs typeface="Open Sans Medium"/>
              <a:sym typeface="Open Sans Medium"/>
            </a:endParaRPr>
          </a:p>
          <a:p>
            <a:pPr indent="0" lvl="0" marL="457200" rtl="0" algn="just">
              <a:spcBef>
                <a:spcPts val="0"/>
              </a:spcBef>
              <a:spcAft>
                <a:spcPts val="0"/>
              </a:spcAft>
              <a:buNone/>
            </a:pPr>
            <a:r>
              <a:rPr lang="en" sz="2800">
                <a:solidFill>
                  <a:schemeClr val="dk1"/>
                </a:solidFill>
                <a:latin typeface="Open Sans Medium"/>
                <a:ea typeface="Open Sans Medium"/>
                <a:cs typeface="Open Sans Medium"/>
                <a:sym typeface="Open Sans Medium"/>
              </a:rPr>
              <a:t>Use photos, figures and tables to tell the story of your work. Minimize dense paragraphs. </a:t>
            </a:r>
            <a:endParaRPr sz="2800">
              <a:solidFill>
                <a:schemeClr val="dk1"/>
              </a:solidFill>
              <a:latin typeface="Open Sans Medium"/>
              <a:ea typeface="Open Sans Medium"/>
              <a:cs typeface="Open Sans Medium"/>
              <a:sym typeface="Open Sans Medium"/>
            </a:endParaRPr>
          </a:p>
          <a:p>
            <a:pPr indent="0" lvl="0" marL="457200" rtl="0" algn="just">
              <a:spcBef>
                <a:spcPts val="0"/>
              </a:spcBef>
              <a:spcAft>
                <a:spcPts val="0"/>
              </a:spcAft>
              <a:buNone/>
            </a:pPr>
            <a:r>
              <a:rPr lang="en" sz="2800">
                <a:solidFill>
                  <a:schemeClr val="dk1"/>
                </a:solidFill>
                <a:latin typeface="Open Sans Medium"/>
                <a:ea typeface="Open Sans Medium"/>
                <a:cs typeface="Open Sans Medium"/>
                <a:sym typeface="Open Sans Medium"/>
              </a:rPr>
              <a:t>Include a QR code linking to your paper, video or project page.</a:t>
            </a:r>
            <a:endParaRPr sz="2800">
              <a:solidFill>
                <a:schemeClr val="dk1"/>
              </a:solidFill>
              <a:latin typeface="Open Sans Medium"/>
              <a:ea typeface="Open Sans Medium"/>
              <a:cs typeface="Open Sans Medium"/>
              <a:sym typeface="Open Sans Medium"/>
            </a:endParaRPr>
          </a:p>
          <a:p>
            <a:pPr indent="0" lvl="0" marL="457200" rtl="0" algn="just">
              <a:spcBef>
                <a:spcPts val="0"/>
              </a:spcBef>
              <a:spcAft>
                <a:spcPts val="0"/>
              </a:spcAft>
              <a:buNone/>
            </a:pPr>
            <a:r>
              <a:rPr b="1" lang="en" sz="2800">
                <a:solidFill>
                  <a:schemeClr val="dk1"/>
                </a:solidFill>
                <a:latin typeface="Open Sans"/>
                <a:ea typeface="Open Sans"/>
                <a:cs typeface="Open Sans"/>
                <a:sym typeface="Open Sans"/>
              </a:rPr>
              <a:t>You are welcome to change the layout of this template to fit your work. </a:t>
            </a:r>
            <a:endParaRPr b="1" sz="2800">
              <a:solidFill>
                <a:schemeClr val="dk1"/>
              </a:solidFill>
              <a:latin typeface="Open Sans"/>
              <a:ea typeface="Open Sans"/>
              <a:cs typeface="Open Sans"/>
              <a:sym typeface="Open Sans"/>
            </a:endParaRPr>
          </a:p>
        </p:txBody>
      </p:sp>
      <p:sp>
        <p:nvSpPr>
          <p:cNvPr id="163" name="Google Shape;163;p16"/>
          <p:cNvSpPr txBox="1"/>
          <p:nvPr/>
        </p:nvSpPr>
        <p:spPr>
          <a:xfrm>
            <a:off x="1979002" y="25673050"/>
            <a:ext cx="16944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800">
                <a:solidFill>
                  <a:srgbClr val="00629B"/>
                </a:solidFill>
                <a:latin typeface="Open Sans SemiBold"/>
                <a:ea typeface="Open Sans SemiBold"/>
                <a:cs typeface="Open Sans SemiBold"/>
                <a:sym typeface="Open Sans SemiBold"/>
              </a:rPr>
              <a:t>Subsection 2: Layout</a:t>
            </a:r>
            <a:endParaRPr sz="3800">
              <a:solidFill>
                <a:srgbClr val="00629B"/>
              </a:solidFill>
              <a:latin typeface="Open Sans SemiBold"/>
              <a:ea typeface="Open Sans SemiBold"/>
              <a:cs typeface="Open Sans SemiBold"/>
              <a:sym typeface="Open Sans SemiBold"/>
            </a:endParaRPr>
          </a:p>
        </p:txBody>
      </p:sp>
      <p:sp>
        <p:nvSpPr>
          <p:cNvPr id="164" name="Google Shape;164;p16"/>
          <p:cNvSpPr txBox="1"/>
          <p:nvPr/>
        </p:nvSpPr>
        <p:spPr>
          <a:xfrm>
            <a:off x="21942052" y="6981950"/>
            <a:ext cx="13625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800">
                <a:solidFill>
                  <a:srgbClr val="00629B"/>
                </a:solidFill>
                <a:latin typeface="Open Sans"/>
                <a:ea typeface="Open Sans"/>
                <a:cs typeface="Open Sans"/>
                <a:sym typeface="Open Sans"/>
              </a:rPr>
              <a:t>Section 2: Results</a:t>
            </a:r>
            <a:endParaRPr b="1" sz="4800">
              <a:solidFill>
                <a:srgbClr val="00629B"/>
              </a:solidFill>
              <a:latin typeface="Open Sans"/>
              <a:ea typeface="Open Sans"/>
              <a:cs typeface="Open Sans"/>
              <a:sym typeface="Open Sans"/>
            </a:endParaRPr>
          </a:p>
        </p:txBody>
      </p:sp>
      <p:sp>
        <p:nvSpPr>
          <p:cNvPr id="165" name="Google Shape;165;p16"/>
          <p:cNvSpPr txBox="1"/>
          <p:nvPr/>
        </p:nvSpPr>
        <p:spPr>
          <a:xfrm>
            <a:off x="45443777" y="9029900"/>
            <a:ext cx="205500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800">
                <a:solidFill>
                  <a:srgbClr val="00629B"/>
                </a:solidFill>
                <a:latin typeface="Open Sans SemiBold"/>
                <a:ea typeface="Open Sans SemiBold"/>
                <a:cs typeface="Open Sans SemiBold"/>
                <a:sym typeface="Open Sans SemiBold"/>
              </a:rPr>
              <a:t>Subsection 1: Logos,  QR Code and Images</a:t>
            </a:r>
            <a:endParaRPr sz="3800">
              <a:solidFill>
                <a:srgbClr val="00629B"/>
              </a:solidFill>
              <a:latin typeface="Open Sans SemiBold"/>
              <a:ea typeface="Open Sans SemiBold"/>
              <a:cs typeface="Open Sans SemiBold"/>
              <a:sym typeface="Open Sans SemiBold"/>
            </a:endParaRPr>
          </a:p>
        </p:txBody>
      </p:sp>
      <p:sp>
        <p:nvSpPr>
          <p:cNvPr id="166" name="Google Shape;166;p16"/>
          <p:cNvSpPr txBox="1"/>
          <p:nvPr/>
        </p:nvSpPr>
        <p:spPr>
          <a:xfrm>
            <a:off x="45443777" y="10954850"/>
            <a:ext cx="11399400" cy="3589500"/>
          </a:xfrm>
          <a:prstGeom prst="rect">
            <a:avLst/>
          </a:prstGeom>
          <a:noFill/>
          <a:ln>
            <a:noFill/>
          </a:ln>
        </p:spPr>
        <p:txBody>
          <a:bodyPr anchorCtr="0" anchor="t" bIns="91425" lIns="91425" spcFirstLastPara="1" rIns="91425" wrap="square" tIns="91425">
            <a:spAutoFit/>
          </a:bodyPr>
          <a:lstStyle/>
          <a:p>
            <a:pPr indent="-406400" lvl="0" marL="457200" rtl="0" algn="l">
              <a:lnSpc>
                <a:spcPct val="115000"/>
              </a:lnSpc>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Replace "Institution Logo Here" and "Other logos" placeholders with your university/lab and funding-agency logos. Keep logos small and consistent in height so the row looks uniform.</a:t>
            </a:r>
            <a:endParaRPr sz="2800">
              <a:solidFill>
                <a:schemeClr val="dk1"/>
              </a:solidFill>
              <a:latin typeface="Open Sans Medium"/>
              <a:ea typeface="Open Sans Medium"/>
              <a:cs typeface="Open Sans Medium"/>
              <a:sym typeface="Open Sans Medium"/>
            </a:endParaRPr>
          </a:p>
          <a:p>
            <a:pPr indent="-406400" lvl="0" marL="457200" rtl="0" algn="l">
              <a:lnSpc>
                <a:spcPct val="115000"/>
              </a:lnSpc>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The QR code should link to your full paper, a project webpage, or a video. </a:t>
            </a:r>
            <a:r>
              <a:rPr b="1" lang="en" sz="2800">
                <a:solidFill>
                  <a:schemeClr val="dk1"/>
                </a:solidFill>
                <a:latin typeface="Open Sans"/>
                <a:ea typeface="Open Sans"/>
                <a:cs typeface="Open Sans"/>
                <a:sym typeface="Open Sans"/>
              </a:rPr>
              <a:t>Test the link before printing.</a:t>
            </a:r>
            <a:endParaRPr b="1" sz="2800">
              <a:solidFill>
                <a:schemeClr val="dk1"/>
              </a:solidFill>
              <a:latin typeface="Open Sans"/>
              <a:ea typeface="Open Sans"/>
              <a:cs typeface="Open Sans"/>
              <a:sym typeface="Open Sans"/>
            </a:endParaRPr>
          </a:p>
          <a:p>
            <a:pPr indent="-406400" lvl="0" marL="457200" rtl="0" algn="l">
              <a:lnSpc>
                <a:spcPct val="115000"/>
              </a:lnSpc>
              <a:spcBef>
                <a:spcPts val="0"/>
              </a:spcBef>
              <a:spcAft>
                <a:spcPts val="0"/>
              </a:spcAft>
              <a:buClr>
                <a:schemeClr val="dk1"/>
              </a:buClr>
              <a:buSzPts val="2800"/>
              <a:buFont typeface="Open Sans"/>
              <a:buChar char="-"/>
            </a:pPr>
            <a:r>
              <a:rPr b="1" lang="en" sz="2800">
                <a:solidFill>
                  <a:schemeClr val="dk1"/>
                </a:solidFill>
                <a:latin typeface="Open Sans"/>
                <a:ea typeface="Open Sans"/>
                <a:cs typeface="Open Sans"/>
                <a:sym typeface="Open Sans"/>
              </a:rPr>
              <a:t>N</a:t>
            </a:r>
            <a:r>
              <a:rPr lang="en" sz="2800">
                <a:solidFill>
                  <a:schemeClr val="dk1"/>
                </a:solidFill>
                <a:latin typeface="Open Sans Medium"/>
                <a:ea typeface="Open Sans Medium"/>
                <a:cs typeface="Open Sans Medium"/>
                <a:sym typeface="Open Sans Medium"/>
              </a:rPr>
              <a:t>umber or letter your figures and refer to them in the text ("Fig. 1 shows...") just as you would in the paper.</a:t>
            </a:r>
            <a:endParaRPr sz="2800">
              <a:solidFill>
                <a:schemeClr val="dk1"/>
              </a:solidFill>
              <a:latin typeface="Open Sans Medium"/>
              <a:ea typeface="Open Sans Medium"/>
              <a:cs typeface="Open Sans Medium"/>
              <a:sym typeface="Open Sans Medium"/>
            </a:endParaRPr>
          </a:p>
        </p:txBody>
      </p:sp>
      <p:sp>
        <p:nvSpPr>
          <p:cNvPr id="167" name="Google Shape;167;p16"/>
          <p:cNvSpPr txBox="1"/>
          <p:nvPr/>
        </p:nvSpPr>
        <p:spPr>
          <a:xfrm>
            <a:off x="44944202" y="17910113"/>
            <a:ext cx="16944600" cy="1385400"/>
          </a:xfrm>
          <a:prstGeom prst="rect">
            <a:avLst/>
          </a:prstGeom>
          <a:noFill/>
          <a:ln>
            <a:noFill/>
          </a:ln>
        </p:spPr>
        <p:txBody>
          <a:bodyPr anchorCtr="0" anchor="t" bIns="91425" lIns="91425" spcFirstLastPara="1" rIns="91425" wrap="square" tIns="91425">
            <a:spAutoFit/>
          </a:bodyPr>
          <a:lstStyle/>
          <a:p>
            <a:pPr indent="0" lvl="0" marL="457200" rtl="0" algn="just">
              <a:spcBef>
                <a:spcPts val="0"/>
              </a:spcBef>
              <a:spcAft>
                <a:spcPts val="0"/>
              </a:spcAft>
              <a:buNone/>
            </a:pPr>
            <a:r>
              <a:rPr lang="en" sz="2600">
                <a:solidFill>
                  <a:schemeClr val="dk1"/>
                </a:solidFill>
                <a:latin typeface="Open Sans Medium"/>
                <a:ea typeface="Open Sans Medium"/>
                <a:cs typeface="Open Sans Medium"/>
                <a:sym typeface="Open Sans Medium"/>
              </a:rPr>
              <a:t>Replace the placeholder title with your paper's title, in Title Case, no smaller than 44pt. List authors with superscript numbers linking to affiliations below. Keep author affiliations to institution/university and department only , no full addresses.</a:t>
            </a:r>
            <a:endParaRPr b="1" sz="2600">
              <a:solidFill>
                <a:schemeClr val="dk1"/>
              </a:solidFill>
              <a:latin typeface="Open Sans"/>
              <a:ea typeface="Open Sans"/>
              <a:cs typeface="Open Sans"/>
              <a:sym typeface="Open Sans"/>
            </a:endParaRPr>
          </a:p>
        </p:txBody>
      </p:sp>
      <p:sp>
        <p:nvSpPr>
          <p:cNvPr id="168" name="Google Shape;168;p16"/>
          <p:cNvSpPr txBox="1"/>
          <p:nvPr/>
        </p:nvSpPr>
        <p:spPr>
          <a:xfrm>
            <a:off x="45443777" y="16236575"/>
            <a:ext cx="205500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800">
                <a:solidFill>
                  <a:srgbClr val="00629B"/>
                </a:solidFill>
                <a:latin typeface="Open Sans SemiBold"/>
                <a:ea typeface="Open Sans SemiBold"/>
                <a:cs typeface="Open Sans SemiBold"/>
                <a:sym typeface="Open Sans SemiBold"/>
              </a:rPr>
              <a:t>Subsection 2: Title and Authors block</a:t>
            </a:r>
            <a:endParaRPr sz="3800">
              <a:solidFill>
                <a:srgbClr val="00629B"/>
              </a:solidFill>
              <a:latin typeface="Open Sans SemiBold"/>
              <a:ea typeface="Open Sans SemiBold"/>
              <a:cs typeface="Open Sans SemiBold"/>
              <a:sym typeface="Open Sans SemiBold"/>
            </a:endParaRPr>
          </a:p>
        </p:txBody>
      </p:sp>
      <p:sp>
        <p:nvSpPr>
          <p:cNvPr id="169" name="Google Shape;169;p16"/>
          <p:cNvSpPr txBox="1"/>
          <p:nvPr/>
        </p:nvSpPr>
        <p:spPr>
          <a:xfrm>
            <a:off x="45160139" y="29498988"/>
            <a:ext cx="13625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800">
                <a:solidFill>
                  <a:srgbClr val="00629B"/>
                </a:solidFill>
                <a:latin typeface="Open Sans"/>
                <a:ea typeface="Open Sans"/>
                <a:cs typeface="Open Sans"/>
                <a:sym typeface="Open Sans"/>
              </a:rPr>
              <a:t>References</a:t>
            </a:r>
            <a:endParaRPr b="1" sz="4800">
              <a:solidFill>
                <a:srgbClr val="00629B"/>
              </a:solidFill>
              <a:latin typeface="Open Sans"/>
              <a:ea typeface="Open Sans"/>
              <a:cs typeface="Open Sans"/>
              <a:sym typeface="Open Sans"/>
            </a:endParaRPr>
          </a:p>
        </p:txBody>
      </p:sp>
      <p:sp>
        <p:nvSpPr>
          <p:cNvPr id="170" name="Google Shape;170;p16"/>
          <p:cNvSpPr txBox="1"/>
          <p:nvPr/>
        </p:nvSpPr>
        <p:spPr>
          <a:xfrm>
            <a:off x="45160139" y="24083113"/>
            <a:ext cx="13625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800">
                <a:solidFill>
                  <a:srgbClr val="00629B"/>
                </a:solidFill>
                <a:latin typeface="Open Sans"/>
                <a:ea typeface="Open Sans"/>
                <a:cs typeface="Open Sans"/>
                <a:sym typeface="Open Sans"/>
              </a:rPr>
              <a:t>Summary or Conclusion</a:t>
            </a:r>
            <a:endParaRPr b="1" sz="4800">
              <a:solidFill>
                <a:srgbClr val="00629B"/>
              </a:solidFill>
              <a:latin typeface="Open Sans"/>
              <a:ea typeface="Open Sans"/>
              <a:cs typeface="Open Sans"/>
              <a:sym typeface="Open Sans"/>
            </a:endParaRPr>
          </a:p>
        </p:txBody>
      </p:sp>
      <p:sp>
        <p:nvSpPr>
          <p:cNvPr id="171" name="Google Shape;171;p16"/>
          <p:cNvSpPr txBox="1"/>
          <p:nvPr/>
        </p:nvSpPr>
        <p:spPr>
          <a:xfrm>
            <a:off x="45443777" y="7143313"/>
            <a:ext cx="13625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800">
                <a:solidFill>
                  <a:srgbClr val="00629B"/>
                </a:solidFill>
                <a:latin typeface="Open Sans"/>
                <a:ea typeface="Open Sans"/>
                <a:cs typeface="Open Sans"/>
                <a:sym typeface="Open Sans"/>
              </a:rPr>
              <a:t>Section 4: Other sections</a:t>
            </a:r>
            <a:endParaRPr b="1" sz="4800">
              <a:solidFill>
                <a:srgbClr val="00629B"/>
              </a:solidFill>
              <a:latin typeface="Open Sans"/>
              <a:ea typeface="Open Sans"/>
              <a:cs typeface="Open Sans"/>
              <a:sym typeface="Open Sans"/>
            </a:endParaRPr>
          </a:p>
        </p:txBody>
      </p:sp>
      <p:sp>
        <p:nvSpPr>
          <p:cNvPr id="172" name="Google Shape;172;p16"/>
          <p:cNvSpPr txBox="1"/>
          <p:nvPr/>
        </p:nvSpPr>
        <p:spPr>
          <a:xfrm>
            <a:off x="21942052" y="8900438"/>
            <a:ext cx="16944600" cy="2102700"/>
          </a:xfrm>
          <a:prstGeom prst="rect">
            <a:avLst/>
          </a:prstGeom>
          <a:noFill/>
          <a:ln>
            <a:noFill/>
          </a:ln>
        </p:spPr>
        <p:txBody>
          <a:bodyPr anchorCtr="0" anchor="t" bIns="91425" lIns="91425" spcFirstLastPara="1" rIns="91425" wrap="square" tIns="91425">
            <a:spAutoFit/>
          </a:bodyPr>
          <a:lstStyle/>
          <a:p>
            <a:pPr indent="-406400" lvl="0" marL="457200" rtl="0" algn="l">
              <a:lnSpc>
                <a:spcPct val="115000"/>
              </a:lnSpc>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Include figures than are in your paper,  this is your chance to show data or diagrams that didn't fit the page limit. Use large, legible axis labels and legends (18pt minimum).</a:t>
            </a:r>
            <a:endParaRPr sz="2800">
              <a:solidFill>
                <a:schemeClr val="dk1"/>
              </a:solidFill>
              <a:latin typeface="Open Sans Medium"/>
              <a:ea typeface="Open Sans Medium"/>
              <a:cs typeface="Open Sans Medium"/>
              <a:sym typeface="Open Sans Medium"/>
            </a:endParaRPr>
          </a:p>
          <a:p>
            <a:pPr indent="-406400" lvl="0" marL="457200" rtl="0" algn="l">
              <a:lnSpc>
                <a:spcPct val="115000"/>
              </a:lnSpc>
              <a:spcBef>
                <a:spcPts val="0"/>
              </a:spcBef>
              <a:spcAft>
                <a:spcPts val="0"/>
              </a:spcAft>
              <a:buClr>
                <a:schemeClr val="dk1"/>
              </a:buClr>
              <a:buSzPts val="2800"/>
              <a:buFont typeface="Open Sans Medium"/>
              <a:buChar char="-"/>
            </a:pPr>
            <a:r>
              <a:rPr lang="en" sz="2800">
                <a:solidFill>
                  <a:schemeClr val="dk1"/>
                </a:solidFill>
                <a:latin typeface="Open Sans Medium"/>
                <a:ea typeface="Open Sans Medium"/>
                <a:cs typeface="Open Sans Medium"/>
                <a:sym typeface="Open Sans Medium"/>
              </a:rPr>
              <a:t>Avoid simply pasting paper figures at their original small size; re-export or redraw them at higher resolution so they read clearly from 4–6 feet away.</a:t>
            </a:r>
            <a:endParaRPr sz="2800">
              <a:solidFill>
                <a:schemeClr val="dk1"/>
              </a:solidFill>
              <a:latin typeface="Open Sans Medium"/>
              <a:ea typeface="Open Sans Medium"/>
              <a:cs typeface="Open Sans Medium"/>
              <a:sym typeface="Open Sans Medium"/>
            </a:endParaRPr>
          </a:p>
        </p:txBody>
      </p:sp>
      <p:sp>
        <p:nvSpPr>
          <p:cNvPr id="173" name="Google Shape;173;p16"/>
          <p:cNvSpPr txBox="1"/>
          <p:nvPr/>
        </p:nvSpPr>
        <p:spPr>
          <a:xfrm>
            <a:off x="45299464" y="25496363"/>
            <a:ext cx="16944600" cy="985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2600">
                <a:solidFill>
                  <a:schemeClr val="dk1"/>
                </a:solidFill>
                <a:latin typeface="Open Sans Medium"/>
                <a:ea typeface="Open Sans Medium"/>
                <a:cs typeface="Open Sans Medium"/>
                <a:sym typeface="Open Sans Medium"/>
              </a:rPr>
              <a:t>Summarize your key contributions in 3–5 bullet points.</a:t>
            </a:r>
            <a:endParaRPr sz="2600">
              <a:solidFill>
                <a:schemeClr val="dk1"/>
              </a:solidFill>
              <a:latin typeface="Open Sans Medium"/>
              <a:ea typeface="Open Sans Medium"/>
              <a:cs typeface="Open Sans Medium"/>
              <a:sym typeface="Open Sans Medium"/>
            </a:endParaRPr>
          </a:p>
          <a:p>
            <a:pPr indent="0" lvl="0" marL="0" rtl="0" algn="just">
              <a:spcBef>
                <a:spcPts val="0"/>
              </a:spcBef>
              <a:spcAft>
                <a:spcPts val="0"/>
              </a:spcAft>
              <a:buNone/>
            </a:pPr>
            <a:r>
              <a:rPr lang="en" sz="2600">
                <a:solidFill>
                  <a:schemeClr val="dk1"/>
                </a:solidFill>
                <a:latin typeface="Open Sans Medium"/>
                <a:ea typeface="Open Sans Medium"/>
                <a:cs typeface="Open Sans Medium"/>
                <a:sym typeface="Open Sans Medium"/>
              </a:rPr>
              <a:t>Include links to code, datasets, or extended video if available.</a:t>
            </a:r>
            <a:endParaRPr b="1" sz="2600">
              <a:solidFill>
                <a:schemeClr val="dk1"/>
              </a:solidFill>
              <a:latin typeface="Open Sans"/>
              <a:ea typeface="Open Sans"/>
              <a:cs typeface="Open Sans"/>
              <a:sym typeface="Open Sans"/>
            </a:endParaRPr>
          </a:p>
        </p:txBody>
      </p:sp>
      <p:sp>
        <p:nvSpPr>
          <p:cNvPr id="174" name="Google Shape;174;p16"/>
          <p:cNvSpPr/>
          <p:nvPr/>
        </p:nvSpPr>
        <p:spPr>
          <a:xfrm>
            <a:off x="2581927" y="16452188"/>
            <a:ext cx="14235000" cy="6944100"/>
          </a:xfrm>
          <a:prstGeom prst="rect">
            <a:avLst/>
          </a:prstGeom>
          <a:solidFill>
            <a:schemeClr val="lt1"/>
          </a:solidFill>
          <a:ln cap="flat" cmpd="sng" w="38100">
            <a:solidFill>
              <a:srgbClr val="00629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0">
                <a:latin typeface="Open Sans"/>
                <a:ea typeface="Open Sans"/>
                <a:cs typeface="Open Sans"/>
                <a:sym typeface="Open Sans"/>
              </a:rPr>
              <a:t>Placeholder for images</a:t>
            </a:r>
            <a:endParaRPr b="1" sz="7000">
              <a:latin typeface="Open Sans"/>
              <a:ea typeface="Open Sans"/>
              <a:cs typeface="Open Sans"/>
              <a:sym typeface="Open Sans"/>
            </a:endParaRPr>
          </a:p>
        </p:txBody>
      </p:sp>
      <p:sp>
        <p:nvSpPr>
          <p:cNvPr id="175" name="Google Shape;175;p16"/>
          <p:cNvSpPr/>
          <p:nvPr/>
        </p:nvSpPr>
        <p:spPr>
          <a:xfrm>
            <a:off x="58087912" y="8150050"/>
            <a:ext cx="5921700" cy="6193800"/>
          </a:xfrm>
          <a:prstGeom prst="rect">
            <a:avLst/>
          </a:prstGeom>
          <a:solidFill>
            <a:schemeClr val="lt1"/>
          </a:solidFill>
          <a:ln cap="flat" cmpd="sng" w="38100">
            <a:solidFill>
              <a:srgbClr val="00629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0">
                <a:latin typeface="Open Sans"/>
                <a:ea typeface="Open Sans"/>
                <a:cs typeface="Open Sans"/>
                <a:sym typeface="Open Sans"/>
              </a:rPr>
              <a:t>Placeholder for images</a:t>
            </a:r>
            <a:endParaRPr b="1" sz="7000">
              <a:latin typeface="Open Sans"/>
              <a:ea typeface="Open Sans"/>
              <a:cs typeface="Open Sans"/>
              <a:sym typeface="Open Sans"/>
            </a:endParaRPr>
          </a:p>
        </p:txBody>
      </p:sp>
      <p:sp>
        <p:nvSpPr>
          <p:cNvPr id="176" name="Google Shape;176;p16"/>
          <p:cNvSpPr txBox="1"/>
          <p:nvPr/>
        </p:nvSpPr>
        <p:spPr>
          <a:xfrm>
            <a:off x="44632214" y="30643318"/>
            <a:ext cx="16944600" cy="2339700"/>
          </a:xfrm>
          <a:prstGeom prst="rect">
            <a:avLst/>
          </a:prstGeom>
          <a:noFill/>
          <a:ln>
            <a:noFill/>
          </a:ln>
        </p:spPr>
        <p:txBody>
          <a:bodyPr anchorCtr="0" anchor="t" bIns="91425" lIns="91425" spcFirstLastPara="1" rIns="91425" wrap="square" tIns="91425">
            <a:spAutoFit/>
          </a:bodyPr>
          <a:lstStyle/>
          <a:p>
            <a:pPr indent="0" lvl="0" marL="457200" rtl="0" algn="just">
              <a:spcBef>
                <a:spcPts val="0"/>
              </a:spcBef>
              <a:spcAft>
                <a:spcPts val="0"/>
              </a:spcAft>
              <a:buNone/>
            </a:pPr>
            <a:r>
              <a:rPr lang="en" sz="2800">
                <a:solidFill>
                  <a:schemeClr val="dk1"/>
                </a:solidFill>
                <a:latin typeface="Open Sans Medium"/>
                <a:ea typeface="Open Sans Medium"/>
                <a:cs typeface="Open Sans Medium"/>
                <a:sym typeface="Open Sans Medium"/>
              </a:rPr>
              <a:t>The poster session will be crowded, design your layout in columns so attendees can read top-to-bottom, left-to-right, without needing to backtrack. </a:t>
            </a:r>
            <a:endParaRPr sz="2800">
              <a:solidFill>
                <a:schemeClr val="dk1"/>
              </a:solidFill>
              <a:latin typeface="Open Sans Medium"/>
              <a:ea typeface="Open Sans Medium"/>
              <a:cs typeface="Open Sans Medium"/>
              <a:sym typeface="Open Sans Medium"/>
            </a:endParaRPr>
          </a:p>
          <a:p>
            <a:pPr indent="0" lvl="0" marL="457200" rtl="0" algn="just">
              <a:spcBef>
                <a:spcPts val="0"/>
              </a:spcBef>
              <a:spcAft>
                <a:spcPts val="0"/>
              </a:spcAft>
              <a:buNone/>
            </a:pPr>
            <a:r>
              <a:rPr lang="en" sz="2800">
                <a:solidFill>
                  <a:schemeClr val="dk1"/>
                </a:solidFill>
                <a:latin typeface="Open Sans Medium"/>
                <a:ea typeface="Open Sans Medium"/>
                <a:cs typeface="Open Sans Medium"/>
                <a:sym typeface="Open Sans Medium"/>
              </a:rPr>
              <a:t>Use photos, figures and tables to tell the story of your work. Minimize dense paragraphs. </a:t>
            </a:r>
            <a:endParaRPr sz="2800">
              <a:solidFill>
                <a:schemeClr val="dk1"/>
              </a:solidFill>
              <a:latin typeface="Open Sans Medium"/>
              <a:ea typeface="Open Sans Medium"/>
              <a:cs typeface="Open Sans Medium"/>
              <a:sym typeface="Open Sans Medium"/>
            </a:endParaRPr>
          </a:p>
          <a:p>
            <a:pPr indent="0" lvl="0" marL="457200" rtl="0" algn="just">
              <a:spcBef>
                <a:spcPts val="0"/>
              </a:spcBef>
              <a:spcAft>
                <a:spcPts val="0"/>
              </a:spcAft>
              <a:buNone/>
            </a:pPr>
            <a:r>
              <a:rPr lang="en" sz="2800">
                <a:solidFill>
                  <a:schemeClr val="dk1"/>
                </a:solidFill>
                <a:latin typeface="Open Sans Medium"/>
                <a:ea typeface="Open Sans Medium"/>
                <a:cs typeface="Open Sans Medium"/>
                <a:sym typeface="Open Sans Medium"/>
              </a:rPr>
              <a:t>Include a QR code linking to your paper, video or project page.</a:t>
            </a:r>
            <a:endParaRPr sz="2800">
              <a:solidFill>
                <a:schemeClr val="dk1"/>
              </a:solidFill>
              <a:latin typeface="Open Sans Medium"/>
              <a:ea typeface="Open Sans Medium"/>
              <a:cs typeface="Open Sans Medium"/>
              <a:sym typeface="Open Sans Medium"/>
            </a:endParaRPr>
          </a:p>
          <a:p>
            <a:pPr indent="0" lvl="0" marL="457200" rtl="0" algn="just">
              <a:spcBef>
                <a:spcPts val="0"/>
              </a:spcBef>
              <a:spcAft>
                <a:spcPts val="0"/>
              </a:spcAft>
              <a:buNone/>
            </a:pPr>
            <a:r>
              <a:rPr b="1" lang="en" sz="2800">
                <a:solidFill>
                  <a:schemeClr val="dk1"/>
                </a:solidFill>
                <a:latin typeface="Open Sans"/>
                <a:ea typeface="Open Sans"/>
                <a:cs typeface="Open Sans"/>
                <a:sym typeface="Open Sans"/>
              </a:rPr>
              <a:t>You are welcome to change the layout of this template to fit your work. </a:t>
            </a:r>
            <a:endParaRPr b="1" sz="2800">
              <a:solidFill>
                <a:schemeClr val="dk1"/>
              </a:solidFill>
              <a:latin typeface="Open Sans"/>
              <a:ea typeface="Open Sans"/>
              <a:cs typeface="Open Sans"/>
              <a:sym typeface="Open Sans"/>
            </a:endParaRPr>
          </a:p>
        </p:txBody>
      </p:sp>
      <p:sp>
        <p:nvSpPr>
          <p:cNvPr id="177" name="Google Shape;177;p16"/>
          <p:cNvSpPr txBox="1"/>
          <p:nvPr/>
        </p:nvSpPr>
        <p:spPr>
          <a:xfrm>
            <a:off x="1894950" y="41181972"/>
            <a:ext cx="16944600" cy="1785600"/>
          </a:xfrm>
          <a:prstGeom prst="rect">
            <a:avLst/>
          </a:prstGeom>
          <a:noFill/>
          <a:ln>
            <a:noFill/>
          </a:ln>
        </p:spPr>
        <p:txBody>
          <a:bodyPr anchorCtr="0" anchor="t" bIns="91425" lIns="91425" spcFirstLastPara="1" rIns="91425" wrap="square" tIns="91425">
            <a:spAutoFit/>
          </a:bodyPr>
          <a:lstStyle/>
          <a:p>
            <a:pPr indent="0" lvl="0" marL="457200" rtl="0" algn="just">
              <a:spcBef>
                <a:spcPts val="0"/>
              </a:spcBef>
              <a:spcAft>
                <a:spcPts val="0"/>
              </a:spcAft>
              <a:buNone/>
            </a:pPr>
            <a:r>
              <a:t/>
            </a:r>
            <a:endParaRPr b="1" sz="2600">
              <a:solidFill>
                <a:schemeClr val="dk1"/>
              </a:solidFill>
              <a:latin typeface="Open Sans"/>
              <a:ea typeface="Open Sans"/>
              <a:cs typeface="Open Sans"/>
              <a:sym typeface="Open Sans"/>
            </a:endParaRPr>
          </a:p>
          <a:p>
            <a:pPr indent="0" lvl="0" marL="0" rtl="0" algn="just">
              <a:spcBef>
                <a:spcPts val="0"/>
              </a:spcBef>
              <a:spcAft>
                <a:spcPts val="0"/>
              </a:spcAft>
              <a:buNone/>
            </a:pPr>
            <a:r>
              <a:rPr b="1" lang="en" sz="2600">
                <a:solidFill>
                  <a:schemeClr val="dk1"/>
                </a:solidFill>
                <a:latin typeface="Open Sans"/>
                <a:ea typeface="Open Sans"/>
                <a:cs typeface="Open Sans"/>
                <a:sym typeface="Open Sans"/>
              </a:rPr>
              <a:t>Keep to 1–2 lines: funding sources, grant numbers, and any collaborators not listed as authors.</a:t>
            </a:r>
            <a:endParaRPr b="1" sz="2600">
              <a:solidFill>
                <a:schemeClr val="dk1"/>
              </a:solidFill>
              <a:latin typeface="Open Sans"/>
              <a:ea typeface="Open Sans"/>
              <a:cs typeface="Open Sans"/>
              <a:sym typeface="Open Sans"/>
            </a:endParaRPr>
          </a:p>
          <a:p>
            <a:pPr indent="0" lvl="0" marL="457200" rtl="0" algn="just">
              <a:spcBef>
                <a:spcPts val="0"/>
              </a:spcBef>
              <a:spcAft>
                <a:spcPts val="0"/>
              </a:spcAft>
              <a:buNone/>
            </a:pPr>
            <a:r>
              <a:t/>
            </a:r>
            <a:endParaRPr b="1" sz="2600">
              <a:solidFill>
                <a:schemeClr val="dk1"/>
              </a:solidFill>
              <a:latin typeface="Open Sans"/>
              <a:ea typeface="Open Sans"/>
              <a:cs typeface="Open Sans"/>
              <a:sym typeface="Open Sans"/>
            </a:endParaRPr>
          </a:p>
          <a:p>
            <a:pPr indent="0" lvl="0" marL="457200" rtl="0" algn="just">
              <a:spcBef>
                <a:spcPts val="0"/>
              </a:spcBef>
              <a:spcAft>
                <a:spcPts val="0"/>
              </a:spcAft>
              <a:buNone/>
            </a:pPr>
            <a:r>
              <a:t/>
            </a:r>
            <a:endParaRPr b="1" sz="2600">
              <a:solidFill>
                <a:schemeClr val="dk1"/>
              </a:solidFill>
              <a:latin typeface="Open Sans"/>
              <a:ea typeface="Open Sans"/>
              <a:cs typeface="Open Sans"/>
              <a:sym typeface="Open Sans"/>
            </a:endParaRPr>
          </a:p>
        </p:txBody>
      </p:sp>
      <p:sp>
        <p:nvSpPr>
          <p:cNvPr id="178" name="Google Shape;178;p16"/>
          <p:cNvSpPr/>
          <p:nvPr/>
        </p:nvSpPr>
        <p:spPr>
          <a:xfrm>
            <a:off x="56682139" y="24161838"/>
            <a:ext cx="7565100" cy="3041100"/>
          </a:xfrm>
          <a:prstGeom prst="rect">
            <a:avLst/>
          </a:prstGeom>
          <a:solidFill>
            <a:schemeClr val="lt1"/>
          </a:solidFill>
          <a:ln cap="flat" cmpd="sng" w="38100">
            <a:solidFill>
              <a:srgbClr val="00629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0">
                <a:latin typeface="Open Sans"/>
                <a:ea typeface="Open Sans"/>
                <a:cs typeface="Open Sans"/>
                <a:sym typeface="Open Sans"/>
              </a:rPr>
              <a:t>Placeholder for images</a:t>
            </a:r>
            <a:endParaRPr b="1" sz="7000">
              <a:latin typeface="Open Sans"/>
              <a:ea typeface="Open Sans"/>
              <a:cs typeface="Open Sans"/>
              <a:sym typeface="Open Sans"/>
            </a:endParaRPr>
          </a:p>
        </p:txBody>
      </p:sp>
      <p:sp>
        <p:nvSpPr>
          <p:cNvPr id="179" name="Google Shape;179;p16"/>
          <p:cNvSpPr txBox="1"/>
          <p:nvPr/>
        </p:nvSpPr>
        <p:spPr>
          <a:xfrm>
            <a:off x="21781777" y="21514650"/>
            <a:ext cx="13625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800">
                <a:solidFill>
                  <a:srgbClr val="00629B"/>
                </a:solidFill>
                <a:latin typeface="Open Sans"/>
                <a:ea typeface="Open Sans"/>
                <a:cs typeface="Open Sans"/>
                <a:sym typeface="Open Sans"/>
              </a:rPr>
              <a:t>Section 3: Printing</a:t>
            </a:r>
            <a:endParaRPr b="1" sz="4800">
              <a:solidFill>
                <a:srgbClr val="00629B"/>
              </a:solidFill>
              <a:latin typeface="Open Sans"/>
              <a:ea typeface="Open Sans"/>
              <a:cs typeface="Open Sans"/>
              <a:sym typeface="Open Sans"/>
            </a:endParaRPr>
          </a:p>
        </p:txBody>
      </p:sp>
      <p:sp>
        <p:nvSpPr>
          <p:cNvPr id="180" name="Google Shape;180;p16"/>
          <p:cNvSpPr txBox="1"/>
          <p:nvPr/>
        </p:nvSpPr>
        <p:spPr>
          <a:xfrm>
            <a:off x="21964302" y="27805300"/>
            <a:ext cx="16944600" cy="58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2600">
                <a:solidFill>
                  <a:schemeClr val="dk1"/>
                </a:solidFill>
                <a:latin typeface="Open Sans"/>
                <a:ea typeface="Open Sans"/>
                <a:cs typeface="Open Sans"/>
                <a:sym typeface="Open Sans"/>
              </a:rPr>
              <a:t>Where  to print in Monterey:</a:t>
            </a:r>
            <a:endParaRPr sz="2600">
              <a:solidFill>
                <a:schemeClr val="dk1"/>
              </a:solidFill>
              <a:latin typeface="Open Sans Medium"/>
              <a:ea typeface="Open Sans Medium"/>
              <a:cs typeface="Open Sans Medium"/>
              <a:sym typeface="Open Sans Medium"/>
            </a:endParaRPr>
          </a:p>
        </p:txBody>
      </p:sp>
      <p:graphicFrame>
        <p:nvGraphicFramePr>
          <p:cNvPr id="181" name="Google Shape;181;p16"/>
          <p:cNvGraphicFramePr/>
          <p:nvPr/>
        </p:nvGraphicFramePr>
        <p:xfrm>
          <a:off x="22545189" y="29077875"/>
          <a:ext cx="3000000" cy="3000000"/>
        </p:xfrm>
        <a:graphic>
          <a:graphicData uri="http://schemas.openxmlformats.org/drawingml/2006/table">
            <a:tbl>
              <a:tblPr>
                <a:noFill/>
                <a:tableStyleId>{71537C27-EB43-4A73-BFE3-67B9AC402ADB}</a:tableStyleId>
              </a:tblPr>
              <a:tblGrid>
                <a:gridCol w="3206800"/>
                <a:gridCol w="2663250"/>
                <a:gridCol w="2685800"/>
                <a:gridCol w="11994150"/>
              </a:tblGrid>
              <a:tr h="381000">
                <a:tc>
                  <a:txBody>
                    <a:bodyPr/>
                    <a:lstStyle/>
                    <a:p>
                      <a:pPr indent="0" lvl="0" marL="0" rtl="0" algn="l">
                        <a:spcBef>
                          <a:spcPts val="0"/>
                        </a:spcBef>
                        <a:spcAft>
                          <a:spcPts val="0"/>
                        </a:spcAft>
                        <a:buNone/>
                      </a:pPr>
                      <a:r>
                        <a:rPr b="1" lang="en" sz="2800">
                          <a:latin typeface="Open Sans"/>
                          <a:ea typeface="Open Sans"/>
                          <a:cs typeface="Open Sans"/>
                          <a:sym typeface="Open Sans"/>
                        </a:rPr>
                        <a:t>Print Shop</a:t>
                      </a:r>
                      <a:endParaRPr b="1"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solidFill>
                      <a:srgbClr val="CAE7F7"/>
                    </a:solidFill>
                  </a:tcPr>
                </a:tc>
                <a:tc>
                  <a:txBody>
                    <a:bodyPr/>
                    <a:lstStyle/>
                    <a:p>
                      <a:pPr indent="0" lvl="0" marL="0" rtl="0" algn="l">
                        <a:spcBef>
                          <a:spcPts val="0"/>
                        </a:spcBef>
                        <a:spcAft>
                          <a:spcPts val="0"/>
                        </a:spcAft>
                        <a:buNone/>
                      </a:pPr>
                      <a:r>
                        <a:rPr b="1" lang="en" sz="2800">
                          <a:latin typeface="Open Sans"/>
                          <a:ea typeface="Open Sans"/>
                          <a:cs typeface="Open Sans"/>
                          <a:sym typeface="Open Sans"/>
                        </a:rPr>
                        <a:t>Phone</a:t>
                      </a:r>
                      <a:endParaRPr b="1"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solidFill>
                      <a:srgbClr val="CAE7F7"/>
                    </a:solidFill>
                  </a:tcPr>
                </a:tc>
                <a:tc>
                  <a:txBody>
                    <a:bodyPr/>
                    <a:lstStyle/>
                    <a:p>
                      <a:pPr indent="0" lvl="0" marL="0" rtl="0" algn="l">
                        <a:spcBef>
                          <a:spcPts val="0"/>
                        </a:spcBef>
                        <a:spcAft>
                          <a:spcPts val="0"/>
                        </a:spcAft>
                        <a:buNone/>
                      </a:pPr>
                      <a:r>
                        <a:rPr b="1" lang="en" sz="2800">
                          <a:latin typeface="Open Sans"/>
                          <a:ea typeface="Open Sans"/>
                          <a:cs typeface="Open Sans"/>
                          <a:sym typeface="Open Sans"/>
                        </a:rPr>
                        <a:t>Max Width</a:t>
                      </a:r>
                      <a:endParaRPr b="1"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solidFill>
                      <a:srgbClr val="CAE7F7"/>
                    </a:solidFill>
                  </a:tcPr>
                </a:tc>
                <a:tc>
                  <a:txBody>
                    <a:bodyPr/>
                    <a:lstStyle/>
                    <a:p>
                      <a:pPr indent="0" lvl="0" marL="0" rtl="0" algn="l">
                        <a:spcBef>
                          <a:spcPts val="0"/>
                        </a:spcBef>
                        <a:spcAft>
                          <a:spcPts val="0"/>
                        </a:spcAft>
                        <a:buNone/>
                      </a:pPr>
                      <a:r>
                        <a:rPr b="1" lang="en" sz="2800">
                          <a:latin typeface="Open Sans"/>
                          <a:ea typeface="Open Sans"/>
                          <a:cs typeface="Open Sans"/>
                          <a:sym typeface="Open Sans"/>
                        </a:rPr>
                        <a:t>Notes</a:t>
                      </a:r>
                      <a:endParaRPr b="1"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solidFill>
                      <a:srgbClr val="CAE7F7"/>
                    </a:solidFill>
                  </a:tcPr>
                </a:tc>
              </a:tr>
              <a:tr h="381000">
                <a:tc>
                  <a:txBody>
                    <a:bodyPr/>
                    <a:lstStyle/>
                    <a:p>
                      <a:pPr indent="0" lvl="0" marL="0" rtl="0" algn="l">
                        <a:spcBef>
                          <a:spcPts val="0"/>
                        </a:spcBef>
                        <a:spcAft>
                          <a:spcPts val="0"/>
                        </a:spcAft>
                        <a:buNone/>
                      </a:pPr>
                      <a:r>
                        <a:rPr lang="en" sz="2800">
                          <a:latin typeface="Open Sans"/>
                          <a:ea typeface="Open Sans"/>
                          <a:cs typeface="Open Sans"/>
                          <a:sym typeface="Open Sans"/>
                        </a:rPr>
                        <a:t>Minuteman Press</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831-373-1822</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Any size × 48"</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Email files directly; ~2 day turnaround</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2800">
                          <a:latin typeface="Open Sans"/>
                          <a:ea typeface="Open Sans"/>
                          <a:cs typeface="Open Sans"/>
                          <a:sym typeface="Open Sans"/>
                        </a:rPr>
                        <a:t>ARC Documents</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831-646-1170</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Any size × 36"</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Specializes in research poster printing; upload via website; near airport</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2800">
                          <a:latin typeface="Open Sans"/>
                          <a:ea typeface="Open Sans"/>
                          <a:cs typeface="Open Sans"/>
                          <a:sym typeface="Open Sans"/>
                        </a:rPr>
                        <a:t>Copy King</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831-373-1822</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Up to 36" × 48"</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2800">
                          <a:latin typeface="Open Sans"/>
                          <a:ea typeface="Open Sans"/>
                          <a:cs typeface="Open Sans"/>
                          <a:sym typeface="Open Sans"/>
                        </a:rPr>
                        <a:t>FedEx</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831-373-2298</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Up to 36" × 48"</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2800">
                          <a:latin typeface="Open Sans"/>
                          <a:ea typeface="Open Sans"/>
                          <a:cs typeface="Open Sans"/>
                          <a:sym typeface="Open Sans"/>
                        </a:rPr>
                        <a:t>Staples</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831-393-2102</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Up to 36" × 48"</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2800">
                          <a:latin typeface="Open Sans"/>
                          <a:ea typeface="Open Sans"/>
                          <a:cs typeface="Open Sans"/>
                          <a:sym typeface="Open Sans"/>
                        </a:rPr>
                        <a:t>UPS Store</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831-643-1655</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rPr lang="en" sz="2800">
                          <a:latin typeface="Open Sans"/>
                          <a:ea typeface="Open Sans"/>
                          <a:cs typeface="Open Sans"/>
                          <a:sym typeface="Open Sans"/>
                        </a:rPr>
                        <a:t>Up to 36" × 48"</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c>
                  <a:txBody>
                    <a:bodyPr/>
                    <a:lstStyle/>
                    <a:p>
                      <a:pPr indent="0" lvl="0" marL="0" rtl="0" algn="l">
                        <a:spcBef>
                          <a:spcPts val="0"/>
                        </a:spcBef>
                        <a:spcAft>
                          <a:spcPts val="0"/>
                        </a:spcAft>
                        <a:buNone/>
                      </a:pPr>
                      <a:r>
                        <a:t/>
                      </a:r>
                      <a:endParaRPr sz="2800">
                        <a:latin typeface="Open Sans"/>
                        <a:ea typeface="Open Sans"/>
                        <a:cs typeface="Open Sans"/>
                        <a:sym typeface="Open Sans"/>
                      </a:endParaRPr>
                    </a:p>
                  </a:txBody>
                  <a:tcPr marT="91425" marB="91425" marR="91425" marL="91425">
                    <a:lnL cap="flat" cmpd="sng" w="9525">
                      <a:solidFill>
                        <a:srgbClr val="00629B"/>
                      </a:solidFill>
                      <a:prstDash val="solid"/>
                      <a:round/>
                      <a:headEnd len="sm" w="sm" type="none"/>
                      <a:tailEnd len="sm" w="sm" type="none"/>
                    </a:lnL>
                    <a:lnR cap="flat" cmpd="sng" w="9525">
                      <a:solidFill>
                        <a:srgbClr val="00629B"/>
                      </a:solidFill>
                      <a:prstDash val="solid"/>
                      <a:round/>
                      <a:headEnd len="sm" w="sm" type="none"/>
                      <a:tailEnd len="sm" w="sm" type="none"/>
                    </a:lnR>
                    <a:lnT cap="flat" cmpd="sng" w="9525">
                      <a:solidFill>
                        <a:srgbClr val="00629B"/>
                      </a:solidFill>
                      <a:prstDash val="solid"/>
                      <a:round/>
                      <a:headEnd len="sm" w="sm" type="none"/>
                      <a:tailEnd len="sm" w="sm" type="none"/>
                    </a:lnT>
                    <a:lnB cap="flat" cmpd="sng" w="9525">
                      <a:solidFill>
                        <a:srgbClr val="00629B"/>
                      </a:solidFill>
                      <a:prstDash val="solid"/>
                      <a:round/>
                      <a:headEnd len="sm" w="sm" type="none"/>
                      <a:tailEnd len="sm" w="sm" type="none"/>
                    </a:lnB>
                  </a:tcPr>
                </a:tc>
              </a:tr>
            </a:tbl>
          </a:graphicData>
        </a:graphic>
      </p:graphicFrame>
      <p:sp>
        <p:nvSpPr>
          <p:cNvPr id="182" name="Google Shape;182;p16"/>
          <p:cNvSpPr txBox="1"/>
          <p:nvPr/>
        </p:nvSpPr>
        <p:spPr>
          <a:xfrm>
            <a:off x="21942052" y="23531263"/>
            <a:ext cx="16944600" cy="324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800">
                <a:solidFill>
                  <a:schemeClr val="dk1"/>
                </a:solidFill>
                <a:latin typeface="Open Sans"/>
                <a:ea typeface="Open Sans"/>
                <a:cs typeface="Open Sans"/>
                <a:sym typeface="Open Sans"/>
              </a:rPr>
              <a:t>Before sending to print:</a:t>
            </a:r>
            <a:endParaRPr b="1" sz="2800">
              <a:solidFill>
                <a:schemeClr val="dk1"/>
              </a:solidFill>
              <a:latin typeface="Open Sans"/>
              <a:ea typeface="Open Sans"/>
              <a:cs typeface="Open Sans"/>
              <a:sym typeface="Open Sans"/>
            </a:endParaRPr>
          </a:p>
          <a:p>
            <a:pPr indent="-311150" lvl="0" marL="457200" rtl="0" algn="l">
              <a:lnSpc>
                <a:spcPct val="115000"/>
              </a:lnSpc>
              <a:spcBef>
                <a:spcPts val="1200"/>
              </a:spcBef>
              <a:spcAft>
                <a:spcPts val="0"/>
              </a:spcAft>
              <a:buClr>
                <a:schemeClr val="dk1"/>
              </a:buClr>
              <a:buSzPts val="1300"/>
              <a:buChar char="●"/>
            </a:pPr>
            <a:r>
              <a:rPr lang="en" sz="2800">
                <a:solidFill>
                  <a:schemeClr val="dk1"/>
                </a:solidFill>
                <a:latin typeface="Open Sans Medium"/>
                <a:ea typeface="Open Sans Medium"/>
                <a:cs typeface="Open Sans Medium"/>
                <a:sym typeface="Open Sans Medium"/>
              </a:rPr>
              <a:t>Zoom to 100% in PowerPoint and check that all text and images are sharp, not blurry or pixelated.</a:t>
            </a:r>
            <a:endParaRPr sz="2800">
              <a:solidFill>
                <a:schemeClr val="dk1"/>
              </a:solidFill>
              <a:latin typeface="Open Sans Medium"/>
              <a:ea typeface="Open Sans Medium"/>
              <a:cs typeface="Open Sans Medium"/>
              <a:sym typeface="Open Sans Medium"/>
            </a:endParaRPr>
          </a:p>
          <a:p>
            <a:pPr indent="-311150" lvl="0" marL="457200" rtl="0" algn="l">
              <a:lnSpc>
                <a:spcPct val="115000"/>
              </a:lnSpc>
              <a:spcBef>
                <a:spcPts val="0"/>
              </a:spcBef>
              <a:spcAft>
                <a:spcPts val="0"/>
              </a:spcAft>
              <a:buClr>
                <a:schemeClr val="dk1"/>
              </a:buClr>
              <a:buSzPts val="1300"/>
              <a:buChar char="●"/>
            </a:pPr>
            <a:r>
              <a:rPr lang="en" sz="2800">
                <a:solidFill>
                  <a:schemeClr val="dk1"/>
                </a:solidFill>
                <a:latin typeface="Open Sans Medium"/>
                <a:ea typeface="Open Sans Medium"/>
                <a:cs typeface="Open Sans Medium"/>
                <a:sym typeface="Open Sans Medium"/>
              </a:rPr>
              <a:t>Confirm your slide size (File &gt; Page Setup) matches what you plan to print.</a:t>
            </a:r>
            <a:endParaRPr sz="2800">
              <a:solidFill>
                <a:schemeClr val="dk1"/>
              </a:solidFill>
              <a:latin typeface="Open Sans Medium"/>
              <a:ea typeface="Open Sans Medium"/>
              <a:cs typeface="Open Sans Medium"/>
              <a:sym typeface="Open Sans Medium"/>
            </a:endParaRPr>
          </a:p>
          <a:p>
            <a:pPr indent="-311150" lvl="0" marL="457200" rtl="0" algn="l">
              <a:lnSpc>
                <a:spcPct val="115000"/>
              </a:lnSpc>
              <a:spcBef>
                <a:spcPts val="0"/>
              </a:spcBef>
              <a:spcAft>
                <a:spcPts val="0"/>
              </a:spcAft>
              <a:buClr>
                <a:schemeClr val="dk1"/>
              </a:buClr>
              <a:buSzPts val="1300"/>
              <a:buChar char="●"/>
            </a:pPr>
            <a:r>
              <a:rPr lang="en" sz="2800">
                <a:solidFill>
                  <a:schemeClr val="dk1"/>
                </a:solidFill>
                <a:latin typeface="Open Sans Medium"/>
                <a:ea typeface="Open Sans Medium"/>
                <a:cs typeface="Open Sans Medium"/>
                <a:sym typeface="Open Sans Medium"/>
              </a:rPr>
              <a:t>Export as PDF for printing, this preserves fonts and avoids formatting shifts on different machines.</a:t>
            </a:r>
            <a:endParaRPr sz="2800">
              <a:solidFill>
                <a:schemeClr val="dk1"/>
              </a:solidFill>
              <a:latin typeface="Open Sans Medium"/>
              <a:ea typeface="Open Sans Medium"/>
              <a:cs typeface="Open Sans Medium"/>
              <a:sym typeface="Open Sans Medium"/>
            </a:endParaRPr>
          </a:p>
        </p:txBody>
      </p:sp>
      <p:pic>
        <p:nvPicPr>
          <p:cNvPr id="183" name="Google Shape;183;p16"/>
          <p:cNvPicPr preferRelativeResize="0"/>
          <p:nvPr/>
        </p:nvPicPr>
        <p:blipFill>
          <a:blip r:embed="rId3">
            <a:alphaModFix/>
          </a:blip>
          <a:stretch>
            <a:fillRect/>
          </a:stretch>
        </p:blipFill>
        <p:spPr>
          <a:xfrm>
            <a:off x="48201795" y="40975519"/>
            <a:ext cx="6856715" cy="1785600"/>
          </a:xfrm>
          <a:prstGeom prst="rect">
            <a:avLst/>
          </a:prstGeom>
          <a:noFill/>
          <a:ln>
            <a:noFill/>
          </a:ln>
        </p:spPr>
      </p:pic>
      <p:sp>
        <p:nvSpPr>
          <p:cNvPr id="184" name="Google Shape;184;p16"/>
          <p:cNvSpPr/>
          <p:nvPr/>
        </p:nvSpPr>
        <p:spPr>
          <a:xfrm>
            <a:off x="24694464" y="12246263"/>
            <a:ext cx="14235000" cy="6944100"/>
          </a:xfrm>
          <a:prstGeom prst="rect">
            <a:avLst/>
          </a:prstGeom>
          <a:solidFill>
            <a:schemeClr val="lt1"/>
          </a:solidFill>
          <a:ln cap="flat" cmpd="sng" w="38100">
            <a:solidFill>
              <a:srgbClr val="00629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0">
                <a:latin typeface="Open Sans"/>
                <a:ea typeface="Open Sans"/>
                <a:cs typeface="Open Sans"/>
                <a:sym typeface="Open Sans"/>
              </a:rPr>
              <a:t>Placeholder for images</a:t>
            </a:r>
            <a:endParaRPr b="1" sz="7000">
              <a:latin typeface="Open Sans"/>
              <a:ea typeface="Open Sans"/>
              <a:cs typeface="Open Sans"/>
              <a:sym typeface="Open Sans"/>
            </a:endParaRPr>
          </a:p>
        </p:txBody>
      </p:sp>
      <p:pic>
        <p:nvPicPr>
          <p:cNvPr id="185" name="Google Shape;185;p16" title="O26M_logo_Hi.png"/>
          <p:cNvPicPr preferRelativeResize="0"/>
          <p:nvPr/>
        </p:nvPicPr>
        <p:blipFill rotWithShape="1">
          <a:blip r:embed="rId4">
            <a:alphaModFix/>
          </a:blip>
          <a:srcRect b="0" l="0" r="0" t="0"/>
          <a:stretch/>
        </p:blipFill>
        <p:spPr>
          <a:xfrm>
            <a:off x="57973921" y="491512"/>
            <a:ext cx="3454474" cy="3454474"/>
          </a:xfrm>
          <a:prstGeom prst="rect">
            <a:avLst/>
          </a:prstGeom>
          <a:noFill/>
          <a:ln>
            <a:noFill/>
          </a:ln>
        </p:spPr>
      </p:pic>
      <p:pic>
        <p:nvPicPr>
          <p:cNvPr id="186" name="Google Shape;186;p16" title="Logo_OES_hi.png"/>
          <p:cNvPicPr preferRelativeResize="0"/>
          <p:nvPr/>
        </p:nvPicPr>
        <p:blipFill>
          <a:blip r:embed="rId5">
            <a:alphaModFix/>
          </a:blip>
          <a:stretch>
            <a:fillRect/>
          </a:stretch>
        </p:blipFill>
        <p:spPr>
          <a:xfrm>
            <a:off x="51924198" y="918307"/>
            <a:ext cx="5589325" cy="260088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E69138"/>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